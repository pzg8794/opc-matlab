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83" autoAdjust="0"/>
    <p:restoredTop sz="94660"/>
  </p:normalViewPr>
  <p:slideViewPr>
    <p:cSldViewPr snapToGrid="0">
      <p:cViewPr varScale="1">
        <p:scale>
          <a:sx n="67" d="100"/>
          <a:sy n="67" d="100"/>
        </p:scale>
        <p:origin x="54" y="3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14CA2F-FFED-49DE-AD8B-3DA02F1A5A4C}" type="datetimeFigureOut">
              <a:rPr lang="en-US"/>
              <a:t>2/9/2013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85087A-45EB-4295-8BB9-0DFAA40F0DED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489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5087A-45EB-4295-8BB9-0DFAA40F0DED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88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5087A-45EB-4295-8BB9-0DFAA40F0DED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919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5087A-45EB-4295-8BB9-0DFAA40F0DED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72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85087A-45EB-4295-8BB9-0DFAA40F0DED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5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16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8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88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77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9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632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55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882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26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28058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2629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06163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4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517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79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A7AC5-6045-4418-8E60-F48788734473}" type="datetimeFigureOut">
              <a:rPr lang="en-US" smtClean="0"/>
              <a:t>2/9/2013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C71CAF9-4461-454A-B702-D536C3775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09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6588" y="2405063"/>
            <a:ext cx="9695288" cy="1646237"/>
          </a:xfrm>
        </p:spPr>
        <p:txBody>
          <a:bodyPr/>
          <a:lstStyle/>
          <a:p>
            <a:pPr algn="ctr"/>
            <a:r>
              <a:rPr lang="en-US" b="1">
                <a:latin typeface="Times New Roman"/>
                <a:cs typeface="Times New Roman"/>
              </a:rPr>
              <a:t/>
            </a:r>
            <a:br>
              <a:rPr lang="en-US" b="1">
                <a:latin typeface="Times New Roman"/>
                <a:cs typeface="Times New Roman"/>
              </a:rPr>
            </a:br>
            <a:r>
              <a:rPr lang="en-US" b="1">
                <a:latin typeface="Times New Roman"/>
                <a:cs typeface="Times New Roman"/>
              </a:rPr>
              <a:t>Color Histogram Descriptor</a:t>
            </a:r>
            <a:br>
              <a:rPr lang="en-US" b="1">
                <a:latin typeface="Times New Roman"/>
                <a:cs typeface="Times New Roman"/>
              </a:rPr>
            </a:br>
            <a:r>
              <a:rPr lang="en-US" b="1">
                <a:latin typeface="Times New Roman"/>
                <a:cs typeface="Times New Roman"/>
              </a:rPr>
              <a:t>Update Week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625927"/>
            <a:ext cx="7766936" cy="1096899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Times New Roman"/>
                <a:cs typeface="Times New Roman"/>
              </a:rPr>
              <a:t>By Piter Garcia</a:t>
            </a:r>
          </a:p>
        </p:txBody>
      </p:sp>
    </p:spTree>
    <p:extLst>
      <p:ext uri="{BB962C8B-B14F-4D97-AF65-F5344CB8AC3E}">
        <p14:creationId xmlns:p14="http://schemas.microsoft.com/office/powerpoint/2010/main" val="4157082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126" y="106392"/>
            <a:ext cx="8596668" cy="1320800"/>
          </a:xfrm>
        </p:spPr>
        <p:txBody>
          <a:bodyPr>
            <a:normAutofit/>
          </a:bodyPr>
          <a:lstStyle/>
          <a:p>
            <a:r>
              <a:rPr lang="en-US" b="1"/>
              <a:t>FINAL UPDATE</a:t>
            </a:r>
            <a:r>
              <a:rPr lang="en-US"/>
              <a:t/>
            </a:r>
            <a:br>
              <a:rPr lang="en-US"/>
            </a:br>
            <a:r>
              <a:rPr lang="en-US"/>
              <a:t>Issues and Solutions: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655" y="1528763"/>
            <a:ext cx="10661318" cy="526415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ISSUES :</a:t>
            </a:r>
          </a:p>
          <a:p>
            <a:pPr marL="0" indent="0"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1 - Windows Operating System Crash</a:t>
            </a:r>
          </a:p>
          <a:p>
            <a:pPr marL="0" indent="0"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2 - Laptop Got Water Damage</a:t>
            </a:r>
          </a:p>
          <a:p>
            <a:pPr marL="0" indent="0"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3 - Need to Redo Most Work along with Last Quarter Final Presentation</a:t>
            </a:r>
          </a:p>
          <a:p>
            <a:pPr marL="0" indent="0">
              <a:buNone/>
            </a:pPr>
            <a:endParaRPr lang="en-US" sz="2700" b="1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SOLUTIONS:</a:t>
            </a:r>
          </a:p>
          <a:p>
            <a:pPr marL="0" indent="0"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1- Installed Windows 8</a:t>
            </a:r>
          </a:p>
          <a:p>
            <a:pPr marL="0" indent="0"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2- Bought a New Computer (Not too Smart Switching Windows to Mac)</a:t>
            </a:r>
          </a:p>
          <a:p>
            <a:pPr marL="0" indent="0">
              <a:buNone/>
            </a:pP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3- Obtained Most of the Data Lost</a:t>
            </a:r>
          </a:p>
          <a:p>
            <a:pPr marL="0" indent="0">
              <a:buNone/>
            </a:pPr>
            <a:r>
              <a:rPr lang="en-US" sz="2700" b="1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- Redid Last Quater Final Presentation</a:t>
            </a:r>
          </a:p>
          <a:p>
            <a:pPr marL="0" indent="0">
              <a:buNone/>
            </a:pPr>
            <a:r>
              <a:rPr lang="en-US" sz="2700" b="1">
                <a:solidFill>
                  <a:srgbClr val="000000"/>
                </a:solidFill>
                <a:latin typeface="Times New Roman"/>
                <a:cs typeface="Times New Roman"/>
              </a:rPr>
              <a:t> </a:t>
            </a:r>
            <a:r>
              <a:rPr lang="en-US" sz="3600" b="1">
                <a:solidFill>
                  <a:srgbClr val="000000"/>
                </a:solidFill>
                <a:latin typeface="Times New Roman"/>
                <a:cs typeface="Times New Roman"/>
              </a:rPr>
              <a:t>- Calculated the Output Expected Once My Code is done.</a:t>
            </a:r>
          </a:p>
        </p:txBody>
      </p:sp>
    </p:spTree>
    <p:extLst>
      <p:ext uri="{BB962C8B-B14F-4D97-AF65-F5344CB8AC3E}">
        <p14:creationId xmlns:p14="http://schemas.microsoft.com/office/powerpoint/2010/main" val="691592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863" y="322023"/>
            <a:ext cx="8596312" cy="844076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FINISHING UP TO DO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863" y="1508544"/>
            <a:ext cx="8596312" cy="4579677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>Feature Extraction </a:t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>
                <a:solidFill>
                  <a:srgbClr val="000000"/>
                </a:solidFill>
                <a:latin typeface="Times New Roman"/>
                <a:cs typeface="Times New Roman"/>
              </a:rPr>
              <a:t>- Individually, combine  and average color histograms for each class</a:t>
            </a: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/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/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>Create a Set for Comparison Purpose</a:t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>
                <a:solidFill>
                  <a:srgbClr val="000000"/>
                </a:solidFill>
                <a:latin typeface="Times New Roman"/>
                <a:cs typeface="Times New Roman"/>
              </a:rPr>
              <a:t>- Create a list of category of the average histograms of each class</a:t>
            </a: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/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/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>Class feature comparison</a:t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>
                <a:solidFill>
                  <a:srgbClr val="000000"/>
                </a:solidFill>
                <a:latin typeface="Times New Roman"/>
                <a:cs typeface="Times New Roman"/>
              </a:rPr>
              <a:t>- Individually Test and Compare classes</a:t>
            </a: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/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/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>Classification Comparison</a:t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>
                <a:solidFill>
                  <a:srgbClr val="000000"/>
                </a:solidFill>
                <a:latin typeface="Times New Roman"/>
                <a:cs typeface="Times New Roman"/>
              </a:rPr>
              <a:t>- Test and Compare all classes data</a:t>
            </a: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/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/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>Average Intersection &amp; Features Implementation</a:t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>
                <a:solidFill>
                  <a:srgbClr val="000000"/>
                </a:solidFill>
                <a:latin typeface="Times New Roman"/>
                <a:cs typeface="Times New Roman"/>
              </a:rPr>
              <a:t>- Check for intersecting features</a:t>
            </a: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5400">
                <a:solidFill>
                  <a:srgbClr val="000000"/>
                </a:solidFill>
                <a:latin typeface="Times New Roman"/>
                <a:cs typeface="Times New Roman"/>
              </a:rPr>
              <a:t>among classes</a:t>
            </a: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/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/>
            </a:r>
            <a:b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</a:br>
            <a:r>
              <a:rPr lang="en-US" sz="5400" b="1">
                <a:solidFill>
                  <a:srgbClr val="000000"/>
                </a:solidFill>
                <a:latin typeface="Times New Roman"/>
                <a:cs typeface="Times New Roman"/>
              </a:rPr>
              <a:t>Implement SVM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3028665" y="1480416"/>
            <a:ext cx="146714" cy="23201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3187030" y="1154288"/>
            <a:ext cx="522027" cy="535674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V="1">
            <a:off x="5549660" y="2012830"/>
            <a:ext cx="522027" cy="535674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4040036" y="2803584"/>
            <a:ext cx="522027" cy="535674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097546" y="3579961"/>
            <a:ext cx="522027" cy="535674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6814868" y="4428226"/>
            <a:ext cx="522027" cy="535674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391509" y="2329131"/>
            <a:ext cx="146714" cy="23201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881887" y="3119887"/>
            <a:ext cx="146714" cy="23201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3953773" y="3910641"/>
            <a:ext cx="146714" cy="23201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685471" y="4701396"/>
            <a:ext cx="146714" cy="23201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2976200" y="5720173"/>
            <a:ext cx="214952" cy="682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3263660" y="5707811"/>
            <a:ext cx="214952" cy="682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3551207" y="5707811"/>
            <a:ext cx="214952" cy="6823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905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22053"/>
            <a:ext cx="8596668" cy="1320800"/>
          </a:xfrm>
        </p:spPr>
        <p:txBody>
          <a:bodyPr/>
          <a:lstStyle/>
          <a:p>
            <a:r>
              <a:rPr lang="en-US"/>
              <a:t>COMPARING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51676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0</Words>
  <Application>Microsoft Office PowerPoint</Application>
  <PresentationFormat>Widescreen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Facet</vt:lpstr>
      <vt:lpstr> Color Histogram Descriptor Update Week 4</vt:lpstr>
      <vt:lpstr>FINAL UPDATE Issues and Solutions:</vt:lpstr>
      <vt:lpstr>FINISHING UP TO DO LIST</vt:lpstr>
      <vt:lpstr>COMPARING RESULTS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11</cp:revision>
  <dcterms:created xsi:type="dcterms:W3CDTF">2012-07-27T01:16:44Z</dcterms:created>
  <dcterms:modified xsi:type="dcterms:W3CDTF">2013-02-09T14:26:46Z</dcterms:modified>
</cp:coreProperties>
</file>