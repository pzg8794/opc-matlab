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9" r:id="rId3"/>
    <p:sldId id="257" r:id="rId4"/>
    <p:sldId id="265" r:id="rId5"/>
    <p:sldId id="263" r:id="rId6"/>
    <p:sldId id="264" r:id="rId7"/>
    <p:sldId id="266" r:id="rId8"/>
    <p:sldId id="260" r:id="rId9"/>
    <p:sldId id="261" r:id="rId10"/>
    <p:sldId id="267" r:id="rId11"/>
    <p:sldId id="268" r:id="rId12"/>
    <p:sldId id="269" r:id="rId13"/>
    <p:sldId id="270" r:id="rId14"/>
    <p:sldId id="276" r:id="rId15"/>
    <p:sldId id="275" r:id="rId16"/>
    <p:sldId id="277" r:id="rId17"/>
    <p:sldId id="273" r:id="rId18"/>
    <p:sldId id="274" r:id="rId19"/>
    <p:sldId id="272" r:id="rId20"/>
    <p:sldId id="262" r:id="rId21"/>
    <p:sldId id="278" r:id="rId22"/>
    <p:sldId id="279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D53410-74FC-40C1-8629-07F3B109EF4D}" type="doc">
      <dgm:prSet loTypeId="urn:microsoft.com/office/officeart/2005/8/layout/vList5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E313BEE-8DD3-4CA9-8690-3AB7B611C03E}">
      <dgm:prSet/>
      <dgm:spPr/>
      <dgm:t>
        <a:bodyPr/>
        <a:lstStyle/>
        <a:p>
          <a:pPr rtl="0"/>
          <a:r>
            <a:rPr lang="en-US" smtClean="0"/>
            <a:t>threeDimHist =</a:t>
          </a:r>
          <a:endParaRPr lang="en-US"/>
        </a:p>
      </dgm:t>
    </dgm:pt>
    <dgm:pt modelId="{B040404D-CC68-46D3-A78A-7832CA681892}" type="parTrans" cxnId="{6F20FBC2-9935-4B53-AA86-EB8D4B8F9D50}">
      <dgm:prSet/>
      <dgm:spPr/>
      <dgm:t>
        <a:bodyPr/>
        <a:lstStyle/>
        <a:p>
          <a:endParaRPr lang="en-US"/>
        </a:p>
      </dgm:t>
    </dgm:pt>
    <dgm:pt modelId="{18BFDC59-1426-4075-A5A9-E075808E002C}" type="sibTrans" cxnId="{6F20FBC2-9935-4B53-AA86-EB8D4B8F9D50}">
      <dgm:prSet/>
      <dgm:spPr/>
      <dgm:t>
        <a:bodyPr/>
        <a:lstStyle/>
        <a:p>
          <a:endParaRPr lang="en-US"/>
        </a:p>
      </dgm:t>
    </dgm:pt>
    <dgm:pt modelId="{5C95A636-941E-4012-A5AB-B0E8A16FF32F}">
      <dgm:prSet/>
      <dgm:spPr/>
      <dgm:t>
        <a:bodyPr/>
        <a:lstStyle/>
        <a:p>
          <a:pPr rtl="0"/>
          <a:r>
            <a:rPr lang="en-US" smtClean="0"/>
            <a:t>102         157        3063</a:t>
          </a:r>
          <a:endParaRPr lang="en-US"/>
        </a:p>
      </dgm:t>
    </dgm:pt>
    <dgm:pt modelId="{95AF30D2-E45A-4025-BA50-35BD01438478}" type="parTrans" cxnId="{84404DAC-92D6-49FC-AD72-E7DF7E42C016}">
      <dgm:prSet/>
      <dgm:spPr/>
      <dgm:t>
        <a:bodyPr/>
        <a:lstStyle/>
        <a:p>
          <a:endParaRPr lang="en-US"/>
        </a:p>
      </dgm:t>
    </dgm:pt>
    <dgm:pt modelId="{0DF11677-4064-4C8E-B7D4-5A36B466D748}" type="sibTrans" cxnId="{84404DAC-92D6-49FC-AD72-E7DF7E42C016}">
      <dgm:prSet/>
      <dgm:spPr/>
      <dgm:t>
        <a:bodyPr/>
        <a:lstStyle/>
        <a:p>
          <a:endParaRPr lang="en-US"/>
        </a:p>
      </dgm:t>
    </dgm:pt>
    <dgm:pt modelId="{0A61A16B-3EE7-4D6A-BAA8-0544C3F382ED}">
      <dgm:prSet/>
      <dgm:spPr/>
      <dgm:t>
        <a:bodyPr/>
        <a:lstStyle/>
        <a:p>
          <a:pPr rtl="0"/>
          <a:r>
            <a:rPr lang="en-US" smtClean="0"/>
            <a:t>1093        3499        5928</a:t>
          </a:r>
          <a:endParaRPr lang="en-US"/>
        </a:p>
      </dgm:t>
    </dgm:pt>
    <dgm:pt modelId="{61616511-C5D6-4C9A-8D5F-4B6BE43519AC}" type="parTrans" cxnId="{835A5B9B-E964-4FB5-B711-33609980BAF1}">
      <dgm:prSet/>
      <dgm:spPr/>
      <dgm:t>
        <a:bodyPr/>
        <a:lstStyle/>
        <a:p>
          <a:endParaRPr lang="en-US"/>
        </a:p>
      </dgm:t>
    </dgm:pt>
    <dgm:pt modelId="{1EDD75E5-107E-4DE8-AE9E-1C70F66AC896}" type="sibTrans" cxnId="{835A5B9B-E964-4FB5-B711-33609980BAF1}">
      <dgm:prSet/>
      <dgm:spPr/>
      <dgm:t>
        <a:bodyPr/>
        <a:lstStyle/>
        <a:p>
          <a:endParaRPr lang="en-US"/>
        </a:p>
      </dgm:t>
    </dgm:pt>
    <dgm:pt modelId="{ED96F855-35D4-4F8B-A79C-ED524CDAE5F3}">
      <dgm:prSet/>
      <dgm:spPr/>
      <dgm:t>
        <a:bodyPr/>
        <a:lstStyle/>
        <a:p>
          <a:pPr rtl="0"/>
          <a:r>
            <a:rPr lang="en-US" smtClean="0"/>
            <a:t>6006        6171        5914</a:t>
          </a:r>
          <a:endParaRPr lang="en-US"/>
        </a:p>
      </dgm:t>
    </dgm:pt>
    <dgm:pt modelId="{805A5E62-A74A-49A1-99D6-05A90101F831}" type="parTrans" cxnId="{0BC0CF8F-2EF6-43E0-B77C-7B1002080995}">
      <dgm:prSet/>
      <dgm:spPr/>
      <dgm:t>
        <a:bodyPr/>
        <a:lstStyle/>
        <a:p>
          <a:endParaRPr lang="en-US"/>
        </a:p>
      </dgm:t>
    </dgm:pt>
    <dgm:pt modelId="{D32DDB15-E34B-4B70-812F-98AD67B94169}" type="sibTrans" cxnId="{0BC0CF8F-2EF6-43E0-B77C-7B1002080995}">
      <dgm:prSet/>
      <dgm:spPr/>
      <dgm:t>
        <a:bodyPr/>
        <a:lstStyle/>
        <a:p>
          <a:endParaRPr lang="en-US"/>
        </a:p>
      </dgm:t>
    </dgm:pt>
    <dgm:pt modelId="{67EF4CB8-0955-480A-950B-DC21D6831D35}">
      <dgm:prSet/>
      <dgm:spPr/>
      <dgm:t>
        <a:bodyPr/>
        <a:lstStyle/>
        <a:p>
          <a:pPr rtl="0"/>
          <a:r>
            <a:rPr lang="en-US" smtClean="0"/>
            <a:t>7456        4224        2955</a:t>
          </a:r>
          <a:endParaRPr lang="en-US"/>
        </a:p>
      </dgm:t>
    </dgm:pt>
    <dgm:pt modelId="{2BA35E78-6F84-4DE3-8B47-6AB63FF80F69}" type="parTrans" cxnId="{907DA0E9-6719-4AF0-9870-6229B4D0BAA5}">
      <dgm:prSet/>
      <dgm:spPr/>
      <dgm:t>
        <a:bodyPr/>
        <a:lstStyle/>
        <a:p>
          <a:endParaRPr lang="en-US"/>
        </a:p>
      </dgm:t>
    </dgm:pt>
    <dgm:pt modelId="{4E93BAC1-4D5B-4491-9B81-380A0AF9ABF3}" type="sibTrans" cxnId="{907DA0E9-6719-4AF0-9870-6229B4D0BAA5}">
      <dgm:prSet/>
      <dgm:spPr/>
      <dgm:t>
        <a:bodyPr/>
        <a:lstStyle/>
        <a:p>
          <a:endParaRPr lang="en-US"/>
        </a:p>
      </dgm:t>
    </dgm:pt>
    <dgm:pt modelId="{9FEDB5C5-8999-4503-9ACE-CACCC660018C}">
      <dgm:prSet/>
      <dgm:spPr/>
      <dgm:t>
        <a:bodyPr/>
        <a:lstStyle/>
        <a:p>
          <a:pPr rtl="0"/>
          <a:r>
            <a:rPr lang="en-US" smtClean="0"/>
            <a:t>5468        2874        1945</a:t>
          </a:r>
          <a:endParaRPr lang="en-US"/>
        </a:p>
      </dgm:t>
    </dgm:pt>
    <dgm:pt modelId="{D1618A9D-FD55-4660-BE2A-7DE62948F5F9}" type="parTrans" cxnId="{F7731165-FF35-4864-B862-74D3D3C63AC3}">
      <dgm:prSet/>
      <dgm:spPr/>
      <dgm:t>
        <a:bodyPr/>
        <a:lstStyle/>
        <a:p>
          <a:endParaRPr lang="en-US"/>
        </a:p>
      </dgm:t>
    </dgm:pt>
    <dgm:pt modelId="{EF80A406-BE16-47EB-9C0D-5DC4CCE76810}" type="sibTrans" cxnId="{F7731165-FF35-4864-B862-74D3D3C63AC3}">
      <dgm:prSet/>
      <dgm:spPr/>
      <dgm:t>
        <a:bodyPr/>
        <a:lstStyle/>
        <a:p>
          <a:endParaRPr lang="en-US"/>
        </a:p>
      </dgm:t>
    </dgm:pt>
    <dgm:pt modelId="{A24E5A7C-4472-4A58-B1FA-1EEA837073C2}">
      <dgm:prSet/>
      <dgm:spPr/>
      <dgm:t>
        <a:bodyPr/>
        <a:lstStyle/>
        <a:p>
          <a:pPr rtl="0"/>
          <a:r>
            <a:rPr lang="en-US" smtClean="0"/>
            <a:t>6179        2465        1695</a:t>
          </a:r>
          <a:endParaRPr lang="en-US"/>
        </a:p>
      </dgm:t>
    </dgm:pt>
    <dgm:pt modelId="{8EF0536F-1BD9-4978-AD4C-EBBDBED07F9C}" type="parTrans" cxnId="{A3BA0604-800C-41A0-A871-F8532258D944}">
      <dgm:prSet/>
      <dgm:spPr/>
      <dgm:t>
        <a:bodyPr/>
        <a:lstStyle/>
        <a:p>
          <a:endParaRPr lang="en-US"/>
        </a:p>
      </dgm:t>
    </dgm:pt>
    <dgm:pt modelId="{57701626-44F5-49A9-A1E2-DDC19E46D936}" type="sibTrans" cxnId="{A3BA0604-800C-41A0-A871-F8532258D944}">
      <dgm:prSet/>
      <dgm:spPr/>
      <dgm:t>
        <a:bodyPr/>
        <a:lstStyle/>
        <a:p>
          <a:endParaRPr lang="en-US"/>
        </a:p>
      </dgm:t>
    </dgm:pt>
    <dgm:pt modelId="{DA0960F1-5390-4737-863D-2D4A221DEFEE}">
      <dgm:prSet/>
      <dgm:spPr/>
      <dgm:t>
        <a:bodyPr/>
        <a:lstStyle/>
        <a:p>
          <a:pPr rtl="0"/>
          <a:r>
            <a:rPr lang="en-US" smtClean="0"/>
            <a:t>7756        2864        1968</a:t>
          </a:r>
          <a:endParaRPr lang="en-US"/>
        </a:p>
      </dgm:t>
    </dgm:pt>
    <dgm:pt modelId="{98A4BF23-DDFF-4EA5-96C2-A9828097B46A}" type="parTrans" cxnId="{715DECE1-7A33-4FDD-AE72-8A3850BD5B41}">
      <dgm:prSet/>
      <dgm:spPr/>
      <dgm:t>
        <a:bodyPr/>
        <a:lstStyle/>
        <a:p>
          <a:endParaRPr lang="en-US"/>
        </a:p>
      </dgm:t>
    </dgm:pt>
    <dgm:pt modelId="{BD77C6BA-4C31-45B3-A621-7C7A7FF0EC93}" type="sibTrans" cxnId="{715DECE1-7A33-4FDD-AE72-8A3850BD5B41}">
      <dgm:prSet/>
      <dgm:spPr/>
      <dgm:t>
        <a:bodyPr/>
        <a:lstStyle/>
        <a:p>
          <a:endParaRPr lang="en-US"/>
        </a:p>
      </dgm:t>
    </dgm:pt>
    <dgm:pt modelId="{71C01EE9-E462-4544-B0B1-3E91A225A1DE}">
      <dgm:prSet/>
      <dgm:spPr/>
      <dgm:t>
        <a:bodyPr/>
        <a:lstStyle/>
        <a:p>
          <a:pPr rtl="0"/>
          <a:r>
            <a:rPr lang="en-US" smtClean="0"/>
            <a:t>10188        3977        2315</a:t>
          </a:r>
          <a:endParaRPr lang="en-US"/>
        </a:p>
      </dgm:t>
    </dgm:pt>
    <dgm:pt modelId="{9EE68723-1CA5-44B2-AAE2-DF3D4063CBBB}" type="parTrans" cxnId="{9ABC40E1-E510-44A8-B50D-E4B74F6902A1}">
      <dgm:prSet/>
      <dgm:spPr/>
      <dgm:t>
        <a:bodyPr/>
        <a:lstStyle/>
        <a:p>
          <a:endParaRPr lang="en-US"/>
        </a:p>
      </dgm:t>
    </dgm:pt>
    <dgm:pt modelId="{C580D9AB-4EDC-48F7-AEE7-3C11464FA0D7}" type="sibTrans" cxnId="{9ABC40E1-E510-44A8-B50D-E4B74F6902A1}">
      <dgm:prSet/>
      <dgm:spPr/>
      <dgm:t>
        <a:bodyPr/>
        <a:lstStyle/>
        <a:p>
          <a:endParaRPr lang="en-US"/>
        </a:p>
      </dgm:t>
    </dgm:pt>
    <dgm:pt modelId="{890CCD5F-CBE2-482B-83FD-229B7DD5D999}">
      <dgm:prSet/>
      <dgm:spPr/>
      <dgm:t>
        <a:bodyPr/>
        <a:lstStyle/>
        <a:p>
          <a:pPr rtl="0"/>
          <a:r>
            <a:rPr lang="en-US" smtClean="0"/>
            <a:t>6123        6686        3676</a:t>
          </a:r>
          <a:endParaRPr lang="en-US"/>
        </a:p>
      </dgm:t>
    </dgm:pt>
    <dgm:pt modelId="{5415130B-CCFF-4AB3-B842-5521F3FBCCE8}" type="parTrans" cxnId="{EA20CC2D-D3C0-4B2D-9AC1-6524637081DC}">
      <dgm:prSet/>
      <dgm:spPr/>
      <dgm:t>
        <a:bodyPr/>
        <a:lstStyle/>
        <a:p>
          <a:endParaRPr lang="en-US"/>
        </a:p>
      </dgm:t>
    </dgm:pt>
    <dgm:pt modelId="{B7248DBB-FF35-4CC7-9806-D44F1B9A00D1}" type="sibTrans" cxnId="{EA20CC2D-D3C0-4B2D-9AC1-6524637081DC}">
      <dgm:prSet/>
      <dgm:spPr/>
      <dgm:t>
        <a:bodyPr/>
        <a:lstStyle/>
        <a:p>
          <a:endParaRPr lang="en-US"/>
        </a:p>
      </dgm:t>
    </dgm:pt>
    <dgm:pt modelId="{C5C98C27-13C3-46B3-BF5C-59C2E8645A47}">
      <dgm:prSet/>
      <dgm:spPr/>
      <dgm:t>
        <a:bodyPr/>
        <a:lstStyle/>
        <a:p>
          <a:pPr rtl="0"/>
          <a:r>
            <a:rPr lang="en-US" smtClean="0"/>
            <a:t>2458        6396        5245</a:t>
          </a:r>
          <a:endParaRPr lang="en-US"/>
        </a:p>
      </dgm:t>
    </dgm:pt>
    <dgm:pt modelId="{B232BD0A-E598-402D-B8ED-E23967CB36E6}" type="parTrans" cxnId="{8B9E2A78-2A92-4F17-9069-9C43D72F7214}">
      <dgm:prSet/>
      <dgm:spPr/>
      <dgm:t>
        <a:bodyPr/>
        <a:lstStyle/>
        <a:p>
          <a:endParaRPr lang="en-US"/>
        </a:p>
      </dgm:t>
    </dgm:pt>
    <dgm:pt modelId="{96931C45-476D-49F8-8F1B-17FFAF1C6C83}" type="sibTrans" cxnId="{8B9E2A78-2A92-4F17-9069-9C43D72F7214}">
      <dgm:prSet/>
      <dgm:spPr/>
      <dgm:t>
        <a:bodyPr/>
        <a:lstStyle/>
        <a:p>
          <a:endParaRPr lang="en-US"/>
        </a:p>
      </dgm:t>
    </dgm:pt>
    <dgm:pt modelId="{385E4F07-7CC6-4A56-90FA-4730C8C8ECF1}">
      <dgm:prSet/>
      <dgm:spPr/>
      <dgm:t>
        <a:bodyPr/>
        <a:lstStyle/>
        <a:p>
          <a:pPr rtl="0"/>
          <a:r>
            <a:rPr lang="en-US" smtClean="0"/>
            <a:t>1598        3511        6016</a:t>
          </a:r>
          <a:endParaRPr lang="en-US"/>
        </a:p>
      </dgm:t>
    </dgm:pt>
    <dgm:pt modelId="{6C7012F2-E523-4B2E-A4B8-56D3D333906F}" type="parTrans" cxnId="{68047188-47EC-434D-80A8-6BDBA2502AA7}">
      <dgm:prSet/>
      <dgm:spPr/>
      <dgm:t>
        <a:bodyPr/>
        <a:lstStyle/>
        <a:p>
          <a:endParaRPr lang="en-US"/>
        </a:p>
      </dgm:t>
    </dgm:pt>
    <dgm:pt modelId="{E12386DB-4CD2-44E3-A56F-A9E2B32CB081}" type="sibTrans" cxnId="{68047188-47EC-434D-80A8-6BDBA2502AA7}">
      <dgm:prSet/>
      <dgm:spPr/>
      <dgm:t>
        <a:bodyPr/>
        <a:lstStyle/>
        <a:p>
          <a:endParaRPr lang="en-US"/>
        </a:p>
      </dgm:t>
    </dgm:pt>
    <dgm:pt modelId="{3FEE4149-5758-4697-A5AB-678BB7BF4B62}">
      <dgm:prSet/>
      <dgm:spPr/>
      <dgm:t>
        <a:bodyPr/>
        <a:lstStyle/>
        <a:p>
          <a:pPr rtl="0"/>
          <a:r>
            <a:rPr lang="en-US" smtClean="0"/>
            <a:t>1351        3423        6691</a:t>
          </a:r>
          <a:endParaRPr lang="en-US"/>
        </a:p>
      </dgm:t>
    </dgm:pt>
    <dgm:pt modelId="{CCD5EB4A-A14D-4689-BA48-AE25F4EFD841}" type="parTrans" cxnId="{8E70508C-E472-4199-AF52-063D04357121}">
      <dgm:prSet/>
      <dgm:spPr/>
      <dgm:t>
        <a:bodyPr/>
        <a:lstStyle/>
        <a:p>
          <a:endParaRPr lang="en-US"/>
        </a:p>
      </dgm:t>
    </dgm:pt>
    <dgm:pt modelId="{76B27EAF-7633-477A-9FCB-0388E46FDB47}" type="sibTrans" cxnId="{8E70508C-E472-4199-AF52-063D04357121}">
      <dgm:prSet/>
      <dgm:spPr/>
      <dgm:t>
        <a:bodyPr/>
        <a:lstStyle/>
        <a:p>
          <a:endParaRPr lang="en-US"/>
        </a:p>
      </dgm:t>
    </dgm:pt>
    <dgm:pt modelId="{C5D759DC-40A9-4567-B6AC-D5D0FD2E030A}">
      <dgm:prSet/>
      <dgm:spPr/>
      <dgm:t>
        <a:bodyPr/>
        <a:lstStyle/>
        <a:p>
          <a:pPr rtl="0"/>
          <a:r>
            <a:rPr lang="en-US" smtClean="0"/>
            <a:t>1442        4549        5257</a:t>
          </a:r>
          <a:endParaRPr lang="en-US"/>
        </a:p>
      </dgm:t>
    </dgm:pt>
    <dgm:pt modelId="{9E409D62-A081-48D6-A8A4-0928092FA9D6}" type="parTrans" cxnId="{2A61A9EC-A610-44A0-84FD-4B369B3853E0}">
      <dgm:prSet/>
      <dgm:spPr/>
      <dgm:t>
        <a:bodyPr/>
        <a:lstStyle/>
        <a:p>
          <a:endParaRPr lang="en-US"/>
        </a:p>
      </dgm:t>
    </dgm:pt>
    <dgm:pt modelId="{65F8229A-3FBB-4C63-A794-C7BB442A49DC}" type="sibTrans" cxnId="{2A61A9EC-A610-44A0-84FD-4B369B3853E0}">
      <dgm:prSet/>
      <dgm:spPr/>
      <dgm:t>
        <a:bodyPr/>
        <a:lstStyle/>
        <a:p>
          <a:endParaRPr lang="en-US"/>
        </a:p>
      </dgm:t>
    </dgm:pt>
    <dgm:pt modelId="{E9F34DF4-9E38-49A1-A597-BDD5939DE54C}">
      <dgm:prSet/>
      <dgm:spPr/>
      <dgm:t>
        <a:bodyPr/>
        <a:lstStyle/>
        <a:p>
          <a:pPr rtl="0"/>
          <a:r>
            <a:rPr lang="en-US" smtClean="0"/>
            <a:t>5968       12962       12143</a:t>
          </a:r>
          <a:endParaRPr lang="en-US"/>
        </a:p>
      </dgm:t>
    </dgm:pt>
    <dgm:pt modelId="{DF2BA8A0-AF67-4D70-A8C7-660194400781}" type="parTrans" cxnId="{E4C34B9A-4A8E-4AE7-89C5-2FC72C16B641}">
      <dgm:prSet/>
      <dgm:spPr/>
      <dgm:t>
        <a:bodyPr/>
        <a:lstStyle/>
        <a:p>
          <a:endParaRPr lang="en-US"/>
        </a:p>
      </dgm:t>
    </dgm:pt>
    <dgm:pt modelId="{3F7E256E-2DB6-472C-9F97-732D418CEF1D}" type="sibTrans" cxnId="{E4C34B9A-4A8E-4AE7-89C5-2FC72C16B641}">
      <dgm:prSet/>
      <dgm:spPr/>
      <dgm:t>
        <a:bodyPr/>
        <a:lstStyle/>
        <a:p>
          <a:endParaRPr lang="en-US"/>
        </a:p>
      </dgm:t>
    </dgm:pt>
    <dgm:pt modelId="{0C4090EA-CD0E-4938-B74D-6852505685CD}">
      <dgm:prSet/>
      <dgm:spPr/>
      <dgm:t>
        <a:bodyPr/>
        <a:lstStyle/>
        <a:p>
          <a:pPr rtl="0"/>
          <a:r>
            <a:rPr lang="en-US" smtClean="0"/>
            <a:t>2151        1721         724</a:t>
          </a:r>
          <a:endParaRPr lang="en-US"/>
        </a:p>
      </dgm:t>
    </dgm:pt>
    <dgm:pt modelId="{36610000-0664-447C-97E2-7A77D9A61760}" type="parTrans" cxnId="{58F549C4-377B-44E3-9EDE-F6D7ACFFF6A5}">
      <dgm:prSet/>
      <dgm:spPr/>
      <dgm:t>
        <a:bodyPr/>
        <a:lstStyle/>
        <a:p>
          <a:endParaRPr lang="en-US"/>
        </a:p>
      </dgm:t>
    </dgm:pt>
    <dgm:pt modelId="{432D440D-2B00-403D-8089-22DE52381757}" type="sibTrans" cxnId="{58F549C4-377B-44E3-9EDE-F6D7ACFFF6A5}">
      <dgm:prSet/>
      <dgm:spPr/>
      <dgm:t>
        <a:bodyPr/>
        <a:lstStyle/>
        <a:p>
          <a:endParaRPr lang="en-US"/>
        </a:p>
      </dgm:t>
    </dgm:pt>
    <dgm:pt modelId="{3265828B-296D-491A-9B25-E74BB6E8886B}">
      <dgm:prSet/>
      <dgm:spPr/>
      <dgm:t>
        <a:bodyPr/>
        <a:lstStyle/>
        <a:p>
          <a:pPr rtl="0"/>
          <a:r>
            <a:rPr lang="en-US" smtClean="0"/>
            <a:t>197          57           1</a:t>
          </a:r>
          <a:endParaRPr lang="en-US"/>
        </a:p>
      </dgm:t>
    </dgm:pt>
    <dgm:pt modelId="{B54914DF-AC58-4219-B723-FC195D044348}" type="parTrans" cxnId="{00071E33-79CB-48ED-B2FA-681FCF795B23}">
      <dgm:prSet/>
      <dgm:spPr/>
      <dgm:t>
        <a:bodyPr/>
        <a:lstStyle/>
        <a:p>
          <a:endParaRPr lang="en-US"/>
        </a:p>
      </dgm:t>
    </dgm:pt>
    <dgm:pt modelId="{820B6A00-7F84-49CE-B23D-DC2634FCFB69}" type="sibTrans" cxnId="{00071E33-79CB-48ED-B2FA-681FCF795B23}">
      <dgm:prSet/>
      <dgm:spPr/>
      <dgm:t>
        <a:bodyPr/>
        <a:lstStyle/>
        <a:p>
          <a:endParaRPr lang="en-US"/>
        </a:p>
      </dgm:t>
    </dgm:pt>
    <dgm:pt modelId="{BB6AABB8-CF5F-45E1-BBF0-47E2728C6522}" type="pres">
      <dgm:prSet presAssocID="{D9D53410-74FC-40C1-8629-07F3B109EF4D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95E301A-0DCB-4E6F-BAAC-195FE503731E}" type="pres">
      <dgm:prSet presAssocID="{0E313BEE-8DD3-4CA9-8690-3AB7B611C03E}" presName="linNode" presStyleCnt="0"/>
      <dgm:spPr/>
    </dgm:pt>
    <dgm:pt modelId="{106B3F7F-2BD7-41D8-99C2-F112D95BA441}" type="pres">
      <dgm:prSet presAssocID="{0E313BEE-8DD3-4CA9-8690-3AB7B611C03E}" presName="parentText" presStyleLbl="node1" presStyleIdx="0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F300507-BB8C-4EE1-864C-AD7723C5A0E4}" type="pres">
      <dgm:prSet presAssocID="{18BFDC59-1426-4075-A5A9-E075808E002C}" presName="sp" presStyleCnt="0"/>
      <dgm:spPr/>
    </dgm:pt>
    <dgm:pt modelId="{25D1CA9D-2566-4D40-A1C2-1AEF43F3EFB9}" type="pres">
      <dgm:prSet presAssocID="{5C95A636-941E-4012-A5AB-B0E8A16FF32F}" presName="linNode" presStyleCnt="0"/>
      <dgm:spPr/>
    </dgm:pt>
    <dgm:pt modelId="{B5D5ACB1-DAE4-485A-AE08-A202F010EB74}" type="pres">
      <dgm:prSet presAssocID="{5C95A636-941E-4012-A5AB-B0E8A16FF32F}" presName="parentText" presStyleLbl="node1" presStyleIdx="1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0D3F67-6700-4375-B145-AFD279433589}" type="pres">
      <dgm:prSet presAssocID="{0DF11677-4064-4C8E-B7D4-5A36B466D748}" presName="sp" presStyleCnt="0"/>
      <dgm:spPr/>
    </dgm:pt>
    <dgm:pt modelId="{3231088B-E514-4DFE-AD36-52045F5C257D}" type="pres">
      <dgm:prSet presAssocID="{0A61A16B-3EE7-4D6A-BAA8-0544C3F382ED}" presName="linNode" presStyleCnt="0"/>
      <dgm:spPr/>
    </dgm:pt>
    <dgm:pt modelId="{46528C82-BD3C-4C84-929D-1B5C6A434F13}" type="pres">
      <dgm:prSet presAssocID="{0A61A16B-3EE7-4D6A-BAA8-0544C3F382ED}" presName="parentText" presStyleLbl="node1" presStyleIdx="2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B0F3BF-C8C4-4AF5-B8C1-325660F6AA44}" type="pres">
      <dgm:prSet presAssocID="{1EDD75E5-107E-4DE8-AE9E-1C70F66AC896}" presName="sp" presStyleCnt="0"/>
      <dgm:spPr/>
    </dgm:pt>
    <dgm:pt modelId="{053E1C93-3582-4E0B-8553-8F9DAA1BEABB}" type="pres">
      <dgm:prSet presAssocID="{ED96F855-35D4-4F8B-A79C-ED524CDAE5F3}" presName="linNode" presStyleCnt="0"/>
      <dgm:spPr/>
    </dgm:pt>
    <dgm:pt modelId="{DA1ABCEC-5F4A-435C-B777-343AA0DF2D0D}" type="pres">
      <dgm:prSet presAssocID="{ED96F855-35D4-4F8B-A79C-ED524CDAE5F3}" presName="parentText" presStyleLbl="node1" presStyleIdx="3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89E9F3-920C-4425-A404-6AA616E2D036}" type="pres">
      <dgm:prSet presAssocID="{D32DDB15-E34B-4B70-812F-98AD67B94169}" presName="sp" presStyleCnt="0"/>
      <dgm:spPr/>
    </dgm:pt>
    <dgm:pt modelId="{8BEC9743-F1E7-44CD-BF7B-0A6ADE017379}" type="pres">
      <dgm:prSet presAssocID="{67EF4CB8-0955-480A-950B-DC21D6831D35}" presName="linNode" presStyleCnt="0"/>
      <dgm:spPr/>
    </dgm:pt>
    <dgm:pt modelId="{CD72CDD6-E7E3-4E2F-BDCB-48B3CBE03833}" type="pres">
      <dgm:prSet presAssocID="{67EF4CB8-0955-480A-950B-DC21D6831D35}" presName="parentText" presStyleLbl="node1" presStyleIdx="4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3B8C51-D793-4F2B-90C8-3AE2488495ED}" type="pres">
      <dgm:prSet presAssocID="{4E93BAC1-4D5B-4491-9B81-380A0AF9ABF3}" presName="sp" presStyleCnt="0"/>
      <dgm:spPr/>
    </dgm:pt>
    <dgm:pt modelId="{2AE3B1A6-BFF1-480D-9301-F779BBFEF71D}" type="pres">
      <dgm:prSet presAssocID="{9FEDB5C5-8999-4503-9ACE-CACCC660018C}" presName="linNode" presStyleCnt="0"/>
      <dgm:spPr/>
    </dgm:pt>
    <dgm:pt modelId="{E4A5C6E8-1B18-4E74-ABC8-FE0546B804D8}" type="pres">
      <dgm:prSet presAssocID="{9FEDB5C5-8999-4503-9ACE-CACCC660018C}" presName="parentText" presStyleLbl="node1" presStyleIdx="5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0FADCD-8D35-42A8-8879-6C42DBA10C48}" type="pres">
      <dgm:prSet presAssocID="{EF80A406-BE16-47EB-9C0D-5DC4CCE76810}" presName="sp" presStyleCnt="0"/>
      <dgm:spPr/>
    </dgm:pt>
    <dgm:pt modelId="{DFE3A3C0-9F25-41A0-AEF7-B7C0A1FFF9A5}" type="pres">
      <dgm:prSet presAssocID="{A24E5A7C-4472-4A58-B1FA-1EEA837073C2}" presName="linNode" presStyleCnt="0"/>
      <dgm:spPr/>
    </dgm:pt>
    <dgm:pt modelId="{1C370566-ED5C-4832-ACA1-28EE5FF4CC7B}" type="pres">
      <dgm:prSet presAssocID="{A24E5A7C-4472-4A58-B1FA-1EEA837073C2}" presName="parentText" presStyleLbl="node1" presStyleIdx="6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BFAE0A6-88E3-4244-83D2-39E4054F20CF}" type="pres">
      <dgm:prSet presAssocID="{57701626-44F5-49A9-A1E2-DDC19E46D936}" presName="sp" presStyleCnt="0"/>
      <dgm:spPr/>
    </dgm:pt>
    <dgm:pt modelId="{CF19A943-3D8E-4B9C-89D8-055EC8184633}" type="pres">
      <dgm:prSet presAssocID="{DA0960F1-5390-4737-863D-2D4A221DEFEE}" presName="linNode" presStyleCnt="0"/>
      <dgm:spPr/>
    </dgm:pt>
    <dgm:pt modelId="{497E6161-3EBF-4883-9CF6-766286533433}" type="pres">
      <dgm:prSet presAssocID="{DA0960F1-5390-4737-863D-2D4A221DEFEE}" presName="parentText" presStyleLbl="node1" presStyleIdx="7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2A203D5-B8A8-486F-B9CB-167EE66A9AE3}" type="pres">
      <dgm:prSet presAssocID="{BD77C6BA-4C31-45B3-A621-7C7A7FF0EC93}" presName="sp" presStyleCnt="0"/>
      <dgm:spPr/>
    </dgm:pt>
    <dgm:pt modelId="{90428A4A-B054-44AA-A853-F87ADF19E227}" type="pres">
      <dgm:prSet presAssocID="{71C01EE9-E462-4544-B0B1-3E91A225A1DE}" presName="linNode" presStyleCnt="0"/>
      <dgm:spPr/>
    </dgm:pt>
    <dgm:pt modelId="{87D51D04-8863-49DC-8A4E-894D728FC0CF}" type="pres">
      <dgm:prSet presAssocID="{71C01EE9-E462-4544-B0B1-3E91A225A1DE}" presName="parentText" presStyleLbl="node1" presStyleIdx="8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D1B8E6C-039B-45BF-85E5-82666EDD6E42}" type="pres">
      <dgm:prSet presAssocID="{C580D9AB-4EDC-48F7-AEE7-3C11464FA0D7}" presName="sp" presStyleCnt="0"/>
      <dgm:spPr/>
    </dgm:pt>
    <dgm:pt modelId="{CDA8E89B-BC25-4406-BD1A-AFCF10852C0A}" type="pres">
      <dgm:prSet presAssocID="{890CCD5F-CBE2-482B-83FD-229B7DD5D999}" presName="linNode" presStyleCnt="0"/>
      <dgm:spPr/>
    </dgm:pt>
    <dgm:pt modelId="{C5031B70-DE1E-43E7-A858-48A36776C935}" type="pres">
      <dgm:prSet presAssocID="{890CCD5F-CBE2-482B-83FD-229B7DD5D999}" presName="parentText" presStyleLbl="node1" presStyleIdx="9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DC97ECA-DEED-4331-AB04-539C1435957D}" type="pres">
      <dgm:prSet presAssocID="{B7248DBB-FF35-4CC7-9806-D44F1B9A00D1}" presName="sp" presStyleCnt="0"/>
      <dgm:spPr/>
    </dgm:pt>
    <dgm:pt modelId="{E236EF74-BB23-42C0-8650-1966523CDA99}" type="pres">
      <dgm:prSet presAssocID="{C5C98C27-13C3-46B3-BF5C-59C2E8645A47}" presName="linNode" presStyleCnt="0"/>
      <dgm:spPr/>
    </dgm:pt>
    <dgm:pt modelId="{AB556EE2-7F2B-4632-84F7-7F9960533B54}" type="pres">
      <dgm:prSet presAssocID="{C5C98C27-13C3-46B3-BF5C-59C2E8645A47}" presName="parentText" presStyleLbl="node1" presStyleIdx="10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C7316D-F1C4-4A7C-BFD4-5593427DA073}" type="pres">
      <dgm:prSet presAssocID="{96931C45-476D-49F8-8F1B-17FFAF1C6C83}" presName="sp" presStyleCnt="0"/>
      <dgm:spPr/>
    </dgm:pt>
    <dgm:pt modelId="{FB3109E1-A4BB-4E68-8754-62C0A6E45A5B}" type="pres">
      <dgm:prSet presAssocID="{385E4F07-7CC6-4A56-90FA-4730C8C8ECF1}" presName="linNode" presStyleCnt="0"/>
      <dgm:spPr/>
    </dgm:pt>
    <dgm:pt modelId="{993F60AE-41E1-4B08-9C6D-EA6E3DF1F1FE}" type="pres">
      <dgm:prSet presAssocID="{385E4F07-7CC6-4A56-90FA-4730C8C8ECF1}" presName="parentText" presStyleLbl="node1" presStyleIdx="11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35B614B-1514-4B59-BC3B-5CA808B41226}" type="pres">
      <dgm:prSet presAssocID="{E12386DB-4CD2-44E3-A56F-A9E2B32CB081}" presName="sp" presStyleCnt="0"/>
      <dgm:spPr/>
    </dgm:pt>
    <dgm:pt modelId="{9AF1E545-6268-4127-B256-BA3AFAC8AE15}" type="pres">
      <dgm:prSet presAssocID="{3FEE4149-5758-4697-A5AB-678BB7BF4B62}" presName="linNode" presStyleCnt="0"/>
      <dgm:spPr/>
    </dgm:pt>
    <dgm:pt modelId="{5AB5E525-59EB-40D4-950C-6A2F81E5BAB2}" type="pres">
      <dgm:prSet presAssocID="{3FEE4149-5758-4697-A5AB-678BB7BF4B62}" presName="parentText" presStyleLbl="node1" presStyleIdx="12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51D849-FD9E-4836-ABE3-2BD49547412C}" type="pres">
      <dgm:prSet presAssocID="{76B27EAF-7633-477A-9FCB-0388E46FDB47}" presName="sp" presStyleCnt="0"/>
      <dgm:spPr/>
    </dgm:pt>
    <dgm:pt modelId="{3F55C79C-05BE-446B-A174-A974CA7BBD17}" type="pres">
      <dgm:prSet presAssocID="{C5D759DC-40A9-4567-B6AC-D5D0FD2E030A}" presName="linNode" presStyleCnt="0"/>
      <dgm:spPr/>
    </dgm:pt>
    <dgm:pt modelId="{B3134F01-16B9-489F-B7B5-B374FEE90E14}" type="pres">
      <dgm:prSet presAssocID="{C5D759DC-40A9-4567-B6AC-D5D0FD2E030A}" presName="parentText" presStyleLbl="node1" presStyleIdx="13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1DB1D7-C638-46F1-84D4-3B3FD787DE4A}" type="pres">
      <dgm:prSet presAssocID="{65F8229A-3FBB-4C63-A794-C7BB442A49DC}" presName="sp" presStyleCnt="0"/>
      <dgm:spPr/>
    </dgm:pt>
    <dgm:pt modelId="{6CDB1BD7-F82C-43F3-A4EC-D23DF88E1CB6}" type="pres">
      <dgm:prSet presAssocID="{E9F34DF4-9E38-49A1-A597-BDD5939DE54C}" presName="linNode" presStyleCnt="0"/>
      <dgm:spPr/>
    </dgm:pt>
    <dgm:pt modelId="{8F263DCD-FC7F-4C3E-B70A-8DAFBFE715E6}" type="pres">
      <dgm:prSet presAssocID="{E9F34DF4-9E38-49A1-A597-BDD5939DE54C}" presName="parentText" presStyleLbl="node1" presStyleIdx="14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3EA85FF-DCDD-4363-97E8-B0F50207B8D2}" type="pres">
      <dgm:prSet presAssocID="{3F7E256E-2DB6-472C-9F97-732D418CEF1D}" presName="sp" presStyleCnt="0"/>
      <dgm:spPr/>
    </dgm:pt>
    <dgm:pt modelId="{28262E83-5C8C-4BAA-9A2C-4588651A42C6}" type="pres">
      <dgm:prSet presAssocID="{0C4090EA-CD0E-4938-B74D-6852505685CD}" presName="linNode" presStyleCnt="0"/>
      <dgm:spPr/>
    </dgm:pt>
    <dgm:pt modelId="{F80A37E8-EDAF-4398-A925-A78DB5EAD54F}" type="pres">
      <dgm:prSet presAssocID="{0C4090EA-CD0E-4938-B74D-6852505685CD}" presName="parentText" presStyleLbl="node1" presStyleIdx="15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A05F80D-CCD8-4FA7-B209-FAFF308BBD4F}" type="pres">
      <dgm:prSet presAssocID="{432D440D-2B00-403D-8089-22DE52381757}" presName="sp" presStyleCnt="0"/>
      <dgm:spPr/>
    </dgm:pt>
    <dgm:pt modelId="{8D868B56-8310-415F-ABF3-6F75A5450190}" type="pres">
      <dgm:prSet presAssocID="{3265828B-296D-491A-9B25-E74BB6E8886B}" presName="linNode" presStyleCnt="0"/>
      <dgm:spPr/>
    </dgm:pt>
    <dgm:pt modelId="{5DA617B5-D185-45C6-8931-1A9CEB2D46DE}" type="pres">
      <dgm:prSet presAssocID="{3265828B-296D-491A-9B25-E74BB6E8886B}" presName="parentText" presStyleLbl="node1" presStyleIdx="16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DF14BC3-2CE6-4919-8691-16482C6D546C}" type="presOf" srcId="{890CCD5F-CBE2-482B-83FD-229B7DD5D999}" destId="{C5031B70-DE1E-43E7-A858-48A36776C935}" srcOrd="0" destOrd="0" presId="urn:microsoft.com/office/officeart/2005/8/layout/vList5"/>
    <dgm:cxn modelId="{89296728-E027-4B5B-A40F-2AB2661E38FB}" type="presOf" srcId="{9FEDB5C5-8999-4503-9ACE-CACCC660018C}" destId="{E4A5C6E8-1B18-4E74-ABC8-FE0546B804D8}" srcOrd="0" destOrd="0" presId="urn:microsoft.com/office/officeart/2005/8/layout/vList5"/>
    <dgm:cxn modelId="{F7731165-FF35-4864-B862-74D3D3C63AC3}" srcId="{D9D53410-74FC-40C1-8629-07F3B109EF4D}" destId="{9FEDB5C5-8999-4503-9ACE-CACCC660018C}" srcOrd="5" destOrd="0" parTransId="{D1618A9D-FD55-4660-BE2A-7DE62948F5F9}" sibTransId="{EF80A406-BE16-47EB-9C0D-5DC4CCE76810}"/>
    <dgm:cxn modelId="{ABD95FE4-2B8F-4730-8443-DA9B7CC8AB68}" type="presOf" srcId="{3265828B-296D-491A-9B25-E74BB6E8886B}" destId="{5DA617B5-D185-45C6-8931-1A9CEB2D46DE}" srcOrd="0" destOrd="0" presId="urn:microsoft.com/office/officeart/2005/8/layout/vList5"/>
    <dgm:cxn modelId="{84404DAC-92D6-49FC-AD72-E7DF7E42C016}" srcId="{D9D53410-74FC-40C1-8629-07F3B109EF4D}" destId="{5C95A636-941E-4012-A5AB-B0E8A16FF32F}" srcOrd="1" destOrd="0" parTransId="{95AF30D2-E45A-4025-BA50-35BD01438478}" sibTransId="{0DF11677-4064-4C8E-B7D4-5A36B466D748}"/>
    <dgm:cxn modelId="{C7DAC78F-7AA6-4680-9C61-7098D70AC791}" type="presOf" srcId="{DA0960F1-5390-4737-863D-2D4A221DEFEE}" destId="{497E6161-3EBF-4883-9CF6-766286533433}" srcOrd="0" destOrd="0" presId="urn:microsoft.com/office/officeart/2005/8/layout/vList5"/>
    <dgm:cxn modelId="{222F8294-ADF4-43B7-929E-A989A4A0D1B6}" type="presOf" srcId="{E9F34DF4-9E38-49A1-A597-BDD5939DE54C}" destId="{8F263DCD-FC7F-4C3E-B70A-8DAFBFE715E6}" srcOrd="0" destOrd="0" presId="urn:microsoft.com/office/officeart/2005/8/layout/vList5"/>
    <dgm:cxn modelId="{08CED4AE-4446-4B90-82A6-5BCF73B25E44}" type="presOf" srcId="{0A61A16B-3EE7-4D6A-BAA8-0544C3F382ED}" destId="{46528C82-BD3C-4C84-929D-1B5C6A434F13}" srcOrd="0" destOrd="0" presId="urn:microsoft.com/office/officeart/2005/8/layout/vList5"/>
    <dgm:cxn modelId="{876959BD-D914-42A2-9282-5AA7DEA5A09A}" type="presOf" srcId="{D9D53410-74FC-40C1-8629-07F3B109EF4D}" destId="{BB6AABB8-CF5F-45E1-BBF0-47E2728C6522}" srcOrd="0" destOrd="0" presId="urn:microsoft.com/office/officeart/2005/8/layout/vList5"/>
    <dgm:cxn modelId="{EC937EF9-1AF7-4595-9800-5369EA543ED1}" type="presOf" srcId="{A24E5A7C-4472-4A58-B1FA-1EEA837073C2}" destId="{1C370566-ED5C-4832-ACA1-28EE5FF4CC7B}" srcOrd="0" destOrd="0" presId="urn:microsoft.com/office/officeart/2005/8/layout/vList5"/>
    <dgm:cxn modelId="{B85EB41D-DE30-48A0-ADAA-7396AEC3258B}" type="presOf" srcId="{0C4090EA-CD0E-4938-B74D-6852505685CD}" destId="{F80A37E8-EDAF-4398-A925-A78DB5EAD54F}" srcOrd="0" destOrd="0" presId="urn:microsoft.com/office/officeart/2005/8/layout/vList5"/>
    <dgm:cxn modelId="{EA20CC2D-D3C0-4B2D-9AC1-6524637081DC}" srcId="{D9D53410-74FC-40C1-8629-07F3B109EF4D}" destId="{890CCD5F-CBE2-482B-83FD-229B7DD5D999}" srcOrd="9" destOrd="0" parTransId="{5415130B-CCFF-4AB3-B842-5521F3FBCCE8}" sibTransId="{B7248DBB-FF35-4CC7-9806-D44F1B9A00D1}"/>
    <dgm:cxn modelId="{1961763B-5B90-4837-B72E-083F5AAFBD67}" type="presOf" srcId="{385E4F07-7CC6-4A56-90FA-4730C8C8ECF1}" destId="{993F60AE-41E1-4B08-9C6D-EA6E3DF1F1FE}" srcOrd="0" destOrd="0" presId="urn:microsoft.com/office/officeart/2005/8/layout/vList5"/>
    <dgm:cxn modelId="{68047188-47EC-434D-80A8-6BDBA2502AA7}" srcId="{D9D53410-74FC-40C1-8629-07F3B109EF4D}" destId="{385E4F07-7CC6-4A56-90FA-4730C8C8ECF1}" srcOrd="11" destOrd="0" parTransId="{6C7012F2-E523-4B2E-A4B8-56D3D333906F}" sibTransId="{E12386DB-4CD2-44E3-A56F-A9E2B32CB081}"/>
    <dgm:cxn modelId="{D45268A5-6369-49E7-AF08-890B9D21FEBE}" type="presOf" srcId="{67EF4CB8-0955-480A-950B-DC21D6831D35}" destId="{CD72CDD6-E7E3-4E2F-BDCB-48B3CBE03833}" srcOrd="0" destOrd="0" presId="urn:microsoft.com/office/officeart/2005/8/layout/vList5"/>
    <dgm:cxn modelId="{E4C34B9A-4A8E-4AE7-89C5-2FC72C16B641}" srcId="{D9D53410-74FC-40C1-8629-07F3B109EF4D}" destId="{E9F34DF4-9E38-49A1-A597-BDD5939DE54C}" srcOrd="14" destOrd="0" parTransId="{DF2BA8A0-AF67-4D70-A8C7-660194400781}" sibTransId="{3F7E256E-2DB6-472C-9F97-732D418CEF1D}"/>
    <dgm:cxn modelId="{715DECE1-7A33-4FDD-AE72-8A3850BD5B41}" srcId="{D9D53410-74FC-40C1-8629-07F3B109EF4D}" destId="{DA0960F1-5390-4737-863D-2D4A221DEFEE}" srcOrd="7" destOrd="0" parTransId="{98A4BF23-DDFF-4EA5-96C2-A9828097B46A}" sibTransId="{BD77C6BA-4C31-45B3-A621-7C7A7FF0EC93}"/>
    <dgm:cxn modelId="{0BC0CF8F-2EF6-43E0-B77C-7B1002080995}" srcId="{D9D53410-74FC-40C1-8629-07F3B109EF4D}" destId="{ED96F855-35D4-4F8B-A79C-ED524CDAE5F3}" srcOrd="3" destOrd="0" parTransId="{805A5E62-A74A-49A1-99D6-05A90101F831}" sibTransId="{D32DDB15-E34B-4B70-812F-98AD67B94169}"/>
    <dgm:cxn modelId="{BF0D54B4-03E1-4E98-A624-8CC5C5FD98C3}" type="presOf" srcId="{ED96F855-35D4-4F8B-A79C-ED524CDAE5F3}" destId="{DA1ABCEC-5F4A-435C-B777-343AA0DF2D0D}" srcOrd="0" destOrd="0" presId="urn:microsoft.com/office/officeart/2005/8/layout/vList5"/>
    <dgm:cxn modelId="{AA244D60-F314-4A91-B605-0B9351F24E42}" type="presOf" srcId="{3FEE4149-5758-4697-A5AB-678BB7BF4B62}" destId="{5AB5E525-59EB-40D4-950C-6A2F81E5BAB2}" srcOrd="0" destOrd="0" presId="urn:microsoft.com/office/officeart/2005/8/layout/vList5"/>
    <dgm:cxn modelId="{8E70508C-E472-4199-AF52-063D04357121}" srcId="{D9D53410-74FC-40C1-8629-07F3B109EF4D}" destId="{3FEE4149-5758-4697-A5AB-678BB7BF4B62}" srcOrd="12" destOrd="0" parTransId="{CCD5EB4A-A14D-4689-BA48-AE25F4EFD841}" sibTransId="{76B27EAF-7633-477A-9FCB-0388E46FDB47}"/>
    <dgm:cxn modelId="{6F20FBC2-9935-4B53-AA86-EB8D4B8F9D50}" srcId="{D9D53410-74FC-40C1-8629-07F3B109EF4D}" destId="{0E313BEE-8DD3-4CA9-8690-3AB7B611C03E}" srcOrd="0" destOrd="0" parTransId="{B040404D-CC68-46D3-A78A-7832CA681892}" sibTransId="{18BFDC59-1426-4075-A5A9-E075808E002C}"/>
    <dgm:cxn modelId="{8B9E2A78-2A92-4F17-9069-9C43D72F7214}" srcId="{D9D53410-74FC-40C1-8629-07F3B109EF4D}" destId="{C5C98C27-13C3-46B3-BF5C-59C2E8645A47}" srcOrd="10" destOrd="0" parTransId="{B232BD0A-E598-402D-B8ED-E23967CB36E6}" sibTransId="{96931C45-476D-49F8-8F1B-17FFAF1C6C83}"/>
    <dgm:cxn modelId="{1B49357E-C56F-4462-B477-44305985346C}" type="presOf" srcId="{0E313BEE-8DD3-4CA9-8690-3AB7B611C03E}" destId="{106B3F7F-2BD7-41D8-99C2-F112D95BA441}" srcOrd="0" destOrd="0" presId="urn:microsoft.com/office/officeart/2005/8/layout/vList5"/>
    <dgm:cxn modelId="{487518B3-EECE-479C-B36F-8232B8FC8573}" type="presOf" srcId="{5C95A636-941E-4012-A5AB-B0E8A16FF32F}" destId="{B5D5ACB1-DAE4-485A-AE08-A202F010EB74}" srcOrd="0" destOrd="0" presId="urn:microsoft.com/office/officeart/2005/8/layout/vList5"/>
    <dgm:cxn modelId="{00071E33-79CB-48ED-B2FA-681FCF795B23}" srcId="{D9D53410-74FC-40C1-8629-07F3B109EF4D}" destId="{3265828B-296D-491A-9B25-E74BB6E8886B}" srcOrd="16" destOrd="0" parTransId="{B54914DF-AC58-4219-B723-FC195D044348}" sibTransId="{820B6A00-7F84-49CE-B23D-DC2634FCFB69}"/>
    <dgm:cxn modelId="{58F549C4-377B-44E3-9EDE-F6D7ACFFF6A5}" srcId="{D9D53410-74FC-40C1-8629-07F3B109EF4D}" destId="{0C4090EA-CD0E-4938-B74D-6852505685CD}" srcOrd="15" destOrd="0" parTransId="{36610000-0664-447C-97E2-7A77D9A61760}" sibTransId="{432D440D-2B00-403D-8089-22DE52381757}"/>
    <dgm:cxn modelId="{5F8A96BC-F1D7-49D8-8EE9-D1450798DBC2}" type="presOf" srcId="{71C01EE9-E462-4544-B0B1-3E91A225A1DE}" destId="{87D51D04-8863-49DC-8A4E-894D728FC0CF}" srcOrd="0" destOrd="0" presId="urn:microsoft.com/office/officeart/2005/8/layout/vList5"/>
    <dgm:cxn modelId="{835A5B9B-E964-4FB5-B711-33609980BAF1}" srcId="{D9D53410-74FC-40C1-8629-07F3B109EF4D}" destId="{0A61A16B-3EE7-4D6A-BAA8-0544C3F382ED}" srcOrd="2" destOrd="0" parTransId="{61616511-C5D6-4C9A-8D5F-4B6BE43519AC}" sibTransId="{1EDD75E5-107E-4DE8-AE9E-1C70F66AC896}"/>
    <dgm:cxn modelId="{8D785EA9-164D-445E-9B65-E76444FDC34B}" type="presOf" srcId="{C5D759DC-40A9-4567-B6AC-D5D0FD2E030A}" destId="{B3134F01-16B9-489F-B7B5-B374FEE90E14}" srcOrd="0" destOrd="0" presId="urn:microsoft.com/office/officeart/2005/8/layout/vList5"/>
    <dgm:cxn modelId="{A3BA0604-800C-41A0-A871-F8532258D944}" srcId="{D9D53410-74FC-40C1-8629-07F3B109EF4D}" destId="{A24E5A7C-4472-4A58-B1FA-1EEA837073C2}" srcOrd="6" destOrd="0" parTransId="{8EF0536F-1BD9-4978-AD4C-EBBDBED07F9C}" sibTransId="{57701626-44F5-49A9-A1E2-DDC19E46D936}"/>
    <dgm:cxn modelId="{9ABC40E1-E510-44A8-B50D-E4B74F6902A1}" srcId="{D9D53410-74FC-40C1-8629-07F3B109EF4D}" destId="{71C01EE9-E462-4544-B0B1-3E91A225A1DE}" srcOrd="8" destOrd="0" parTransId="{9EE68723-1CA5-44B2-AAE2-DF3D4063CBBB}" sibTransId="{C580D9AB-4EDC-48F7-AEE7-3C11464FA0D7}"/>
    <dgm:cxn modelId="{907DA0E9-6719-4AF0-9870-6229B4D0BAA5}" srcId="{D9D53410-74FC-40C1-8629-07F3B109EF4D}" destId="{67EF4CB8-0955-480A-950B-DC21D6831D35}" srcOrd="4" destOrd="0" parTransId="{2BA35E78-6F84-4DE3-8B47-6AB63FF80F69}" sibTransId="{4E93BAC1-4D5B-4491-9B81-380A0AF9ABF3}"/>
    <dgm:cxn modelId="{D7D10495-D9C5-4576-AAA7-39E5558871DC}" type="presOf" srcId="{C5C98C27-13C3-46B3-BF5C-59C2E8645A47}" destId="{AB556EE2-7F2B-4632-84F7-7F9960533B54}" srcOrd="0" destOrd="0" presId="urn:microsoft.com/office/officeart/2005/8/layout/vList5"/>
    <dgm:cxn modelId="{2A61A9EC-A610-44A0-84FD-4B369B3853E0}" srcId="{D9D53410-74FC-40C1-8629-07F3B109EF4D}" destId="{C5D759DC-40A9-4567-B6AC-D5D0FD2E030A}" srcOrd="13" destOrd="0" parTransId="{9E409D62-A081-48D6-A8A4-0928092FA9D6}" sibTransId="{65F8229A-3FBB-4C63-A794-C7BB442A49DC}"/>
    <dgm:cxn modelId="{79285EAE-4317-4085-B4CF-FEF8420C0BDB}" type="presParOf" srcId="{BB6AABB8-CF5F-45E1-BBF0-47E2728C6522}" destId="{195E301A-0DCB-4E6F-BAAC-195FE503731E}" srcOrd="0" destOrd="0" presId="urn:microsoft.com/office/officeart/2005/8/layout/vList5"/>
    <dgm:cxn modelId="{846B3801-53DD-4E42-858E-D59A3F5A8F51}" type="presParOf" srcId="{195E301A-0DCB-4E6F-BAAC-195FE503731E}" destId="{106B3F7F-2BD7-41D8-99C2-F112D95BA441}" srcOrd="0" destOrd="0" presId="urn:microsoft.com/office/officeart/2005/8/layout/vList5"/>
    <dgm:cxn modelId="{374BC119-79D1-40CC-930B-110A723506B5}" type="presParOf" srcId="{BB6AABB8-CF5F-45E1-BBF0-47E2728C6522}" destId="{3F300507-BB8C-4EE1-864C-AD7723C5A0E4}" srcOrd="1" destOrd="0" presId="urn:microsoft.com/office/officeart/2005/8/layout/vList5"/>
    <dgm:cxn modelId="{DA755E47-30E5-458B-9E01-C8438DE8ADFE}" type="presParOf" srcId="{BB6AABB8-CF5F-45E1-BBF0-47E2728C6522}" destId="{25D1CA9D-2566-4D40-A1C2-1AEF43F3EFB9}" srcOrd="2" destOrd="0" presId="urn:microsoft.com/office/officeart/2005/8/layout/vList5"/>
    <dgm:cxn modelId="{095E952D-8705-452C-9CEA-A04C7ADA0FC2}" type="presParOf" srcId="{25D1CA9D-2566-4D40-A1C2-1AEF43F3EFB9}" destId="{B5D5ACB1-DAE4-485A-AE08-A202F010EB74}" srcOrd="0" destOrd="0" presId="urn:microsoft.com/office/officeart/2005/8/layout/vList5"/>
    <dgm:cxn modelId="{37F42051-B9A4-40E3-A3FA-2F6FC8789EE8}" type="presParOf" srcId="{BB6AABB8-CF5F-45E1-BBF0-47E2728C6522}" destId="{FC0D3F67-6700-4375-B145-AFD279433589}" srcOrd="3" destOrd="0" presId="urn:microsoft.com/office/officeart/2005/8/layout/vList5"/>
    <dgm:cxn modelId="{20DE24C2-87DC-4B9A-B470-CA8E0CBA6C1B}" type="presParOf" srcId="{BB6AABB8-CF5F-45E1-BBF0-47E2728C6522}" destId="{3231088B-E514-4DFE-AD36-52045F5C257D}" srcOrd="4" destOrd="0" presId="urn:microsoft.com/office/officeart/2005/8/layout/vList5"/>
    <dgm:cxn modelId="{44421FC2-53D2-4F3F-BE96-29200D4361BD}" type="presParOf" srcId="{3231088B-E514-4DFE-AD36-52045F5C257D}" destId="{46528C82-BD3C-4C84-929D-1B5C6A434F13}" srcOrd="0" destOrd="0" presId="urn:microsoft.com/office/officeart/2005/8/layout/vList5"/>
    <dgm:cxn modelId="{5D9D34A5-E12A-4C7E-B8D3-5513F9F51B02}" type="presParOf" srcId="{BB6AABB8-CF5F-45E1-BBF0-47E2728C6522}" destId="{B4B0F3BF-C8C4-4AF5-B8C1-325660F6AA44}" srcOrd="5" destOrd="0" presId="urn:microsoft.com/office/officeart/2005/8/layout/vList5"/>
    <dgm:cxn modelId="{7A0B4B86-E437-408E-9292-0302236E12F2}" type="presParOf" srcId="{BB6AABB8-CF5F-45E1-BBF0-47E2728C6522}" destId="{053E1C93-3582-4E0B-8553-8F9DAA1BEABB}" srcOrd="6" destOrd="0" presId="urn:microsoft.com/office/officeart/2005/8/layout/vList5"/>
    <dgm:cxn modelId="{77B80370-17B2-4B2F-ACF7-82FDFD2329EA}" type="presParOf" srcId="{053E1C93-3582-4E0B-8553-8F9DAA1BEABB}" destId="{DA1ABCEC-5F4A-435C-B777-343AA0DF2D0D}" srcOrd="0" destOrd="0" presId="urn:microsoft.com/office/officeart/2005/8/layout/vList5"/>
    <dgm:cxn modelId="{213444EE-14E4-416F-B37C-D23507098DBF}" type="presParOf" srcId="{BB6AABB8-CF5F-45E1-BBF0-47E2728C6522}" destId="{3B89E9F3-920C-4425-A404-6AA616E2D036}" srcOrd="7" destOrd="0" presId="urn:microsoft.com/office/officeart/2005/8/layout/vList5"/>
    <dgm:cxn modelId="{7889F767-1EBB-401F-A978-57B7F3B475AF}" type="presParOf" srcId="{BB6AABB8-CF5F-45E1-BBF0-47E2728C6522}" destId="{8BEC9743-F1E7-44CD-BF7B-0A6ADE017379}" srcOrd="8" destOrd="0" presId="urn:microsoft.com/office/officeart/2005/8/layout/vList5"/>
    <dgm:cxn modelId="{ADEEB353-145B-4A8F-8A34-B3C30C5A3803}" type="presParOf" srcId="{8BEC9743-F1E7-44CD-BF7B-0A6ADE017379}" destId="{CD72CDD6-E7E3-4E2F-BDCB-48B3CBE03833}" srcOrd="0" destOrd="0" presId="urn:microsoft.com/office/officeart/2005/8/layout/vList5"/>
    <dgm:cxn modelId="{076B2304-447A-4920-AEEE-19DA3D76EC6E}" type="presParOf" srcId="{BB6AABB8-CF5F-45E1-BBF0-47E2728C6522}" destId="{FF3B8C51-D793-4F2B-90C8-3AE2488495ED}" srcOrd="9" destOrd="0" presId="urn:microsoft.com/office/officeart/2005/8/layout/vList5"/>
    <dgm:cxn modelId="{920AC29C-E342-4C38-A708-924AA0DE4334}" type="presParOf" srcId="{BB6AABB8-CF5F-45E1-BBF0-47E2728C6522}" destId="{2AE3B1A6-BFF1-480D-9301-F779BBFEF71D}" srcOrd="10" destOrd="0" presId="urn:microsoft.com/office/officeart/2005/8/layout/vList5"/>
    <dgm:cxn modelId="{68813C83-5AA5-40B4-87CE-06E59DB58437}" type="presParOf" srcId="{2AE3B1A6-BFF1-480D-9301-F779BBFEF71D}" destId="{E4A5C6E8-1B18-4E74-ABC8-FE0546B804D8}" srcOrd="0" destOrd="0" presId="urn:microsoft.com/office/officeart/2005/8/layout/vList5"/>
    <dgm:cxn modelId="{3BF48332-8DC0-4FB2-B013-43C96DA6ADBE}" type="presParOf" srcId="{BB6AABB8-CF5F-45E1-BBF0-47E2728C6522}" destId="{ED0FADCD-8D35-42A8-8879-6C42DBA10C48}" srcOrd="11" destOrd="0" presId="urn:microsoft.com/office/officeart/2005/8/layout/vList5"/>
    <dgm:cxn modelId="{9ADF4BCE-D2DB-4F13-9C0F-2DA909183DFC}" type="presParOf" srcId="{BB6AABB8-CF5F-45E1-BBF0-47E2728C6522}" destId="{DFE3A3C0-9F25-41A0-AEF7-B7C0A1FFF9A5}" srcOrd="12" destOrd="0" presId="urn:microsoft.com/office/officeart/2005/8/layout/vList5"/>
    <dgm:cxn modelId="{F6D4215E-5C52-4B9F-9826-434FA330D2FD}" type="presParOf" srcId="{DFE3A3C0-9F25-41A0-AEF7-B7C0A1FFF9A5}" destId="{1C370566-ED5C-4832-ACA1-28EE5FF4CC7B}" srcOrd="0" destOrd="0" presId="urn:microsoft.com/office/officeart/2005/8/layout/vList5"/>
    <dgm:cxn modelId="{B0EEE62C-36C9-4FDC-AC38-3382F0D3AD80}" type="presParOf" srcId="{BB6AABB8-CF5F-45E1-BBF0-47E2728C6522}" destId="{0BFAE0A6-88E3-4244-83D2-39E4054F20CF}" srcOrd="13" destOrd="0" presId="urn:microsoft.com/office/officeart/2005/8/layout/vList5"/>
    <dgm:cxn modelId="{F36106B5-A547-46FC-A774-B8C38EC1B051}" type="presParOf" srcId="{BB6AABB8-CF5F-45E1-BBF0-47E2728C6522}" destId="{CF19A943-3D8E-4B9C-89D8-055EC8184633}" srcOrd="14" destOrd="0" presId="urn:microsoft.com/office/officeart/2005/8/layout/vList5"/>
    <dgm:cxn modelId="{5E4CB3F7-CB60-4034-A2EC-3E5B6B1E0A4C}" type="presParOf" srcId="{CF19A943-3D8E-4B9C-89D8-055EC8184633}" destId="{497E6161-3EBF-4883-9CF6-766286533433}" srcOrd="0" destOrd="0" presId="urn:microsoft.com/office/officeart/2005/8/layout/vList5"/>
    <dgm:cxn modelId="{02DD3F32-E098-4AEF-9C69-3F8717356AF7}" type="presParOf" srcId="{BB6AABB8-CF5F-45E1-BBF0-47E2728C6522}" destId="{22A203D5-B8A8-486F-B9CB-167EE66A9AE3}" srcOrd="15" destOrd="0" presId="urn:microsoft.com/office/officeart/2005/8/layout/vList5"/>
    <dgm:cxn modelId="{EED214C9-E67E-4543-8296-7E25A373EAF6}" type="presParOf" srcId="{BB6AABB8-CF5F-45E1-BBF0-47E2728C6522}" destId="{90428A4A-B054-44AA-A853-F87ADF19E227}" srcOrd="16" destOrd="0" presId="urn:microsoft.com/office/officeart/2005/8/layout/vList5"/>
    <dgm:cxn modelId="{ED56FFDC-72F3-430B-8F19-6D62C24F4B99}" type="presParOf" srcId="{90428A4A-B054-44AA-A853-F87ADF19E227}" destId="{87D51D04-8863-49DC-8A4E-894D728FC0CF}" srcOrd="0" destOrd="0" presId="urn:microsoft.com/office/officeart/2005/8/layout/vList5"/>
    <dgm:cxn modelId="{2328F674-0B14-4874-AFCC-6E8E1C53E796}" type="presParOf" srcId="{BB6AABB8-CF5F-45E1-BBF0-47E2728C6522}" destId="{1D1B8E6C-039B-45BF-85E5-82666EDD6E42}" srcOrd="17" destOrd="0" presId="urn:microsoft.com/office/officeart/2005/8/layout/vList5"/>
    <dgm:cxn modelId="{90A8F66D-C778-4118-AAEC-5127D19BAE8A}" type="presParOf" srcId="{BB6AABB8-CF5F-45E1-BBF0-47E2728C6522}" destId="{CDA8E89B-BC25-4406-BD1A-AFCF10852C0A}" srcOrd="18" destOrd="0" presId="urn:microsoft.com/office/officeart/2005/8/layout/vList5"/>
    <dgm:cxn modelId="{ED1D7DC5-AA0D-44CF-A32B-94BAC64C305E}" type="presParOf" srcId="{CDA8E89B-BC25-4406-BD1A-AFCF10852C0A}" destId="{C5031B70-DE1E-43E7-A858-48A36776C935}" srcOrd="0" destOrd="0" presId="urn:microsoft.com/office/officeart/2005/8/layout/vList5"/>
    <dgm:cxn modelId="{095FF84E-E6D6-45E8-8098-316BAB3328B5}" type="presParOf" srcId="{BB6AABB8-CF5F-45E1-BBF0-47E2728C6522}" destId="{1DC97ECA-DEED-4331-AB04-539C1435957D}" srcOrd="19" destOrd="0" presId="urn:microsoft.com/office/officeart/2005/8/layout/vList5"/>
    <dgm:cxn modelId="{B50E39A6-E039-4653-88F8-B61EC660DF34}" type="presParOf" srcId="{BB6AABB8-CF5F-45E1-BBF0-47E2728C6522}" destId="{E236EF74-BB23-42C0-8650-1966523CDA99}" srcOrd="20" destOrd="0" presId="urn:microsoft.com/office/officeart/2005/8/layout/vList5"/>
    <dgm:cxn modelId="{762681CB-E1DE-4817-8034-192AC275B187}" type="presParOf" srcId="{E236EF74-BB23-42C0-8650-1966523CDA99}" destId="{AB556EE2-7F2B-4632-84F7-7F9960533B54}" srcOrd="0" destOrd="0" presId="urn:microsoft.com/office/officeart/2005/8/layout/vList5"/>
    <dgm:cxn modelId="{7FAD9403-AC81-4454-BB6E-ECA3D0843DF3}" type="presParOf" srcId="{BB6AABB8-CF5F-45E1-BBF0-47E2728C6522}" destId="{FCC7316D-F1C4-4A7C-BFD4-5593427DA073}" srcOrd="21" destOrd="0" presId="urn:microsoft.com/office/officeart/2005/8/layout/vList5"/>
    <dgm:cxn modelId="{228B4521-E862-4F37-B03D-0119F2585034}" type="presParOf" srcId="{BB6AABB8-CF5F-45E1-BBF0-47E2728C6522}" destId="{FB3109E1-A4BB-4E68-8754-62C0A6E45A5B}" srcOrd="22" destOrd="0" presId="urn:microsoft.com/office/officeart/2005/8/layout/vList5"/>
    <dgm:cxn modelId="{3A8FD13C-77BF-4D92-B5B5-7D5B4DE6B634}" type="presParOf" srcId="{FB3109E1-A4BB-4E68-8754-62C0A6E45A5B}" destId="{993F60AE-41E1-4B08-9C6D-EA6E3DF1F1FE}" srcOrd="0" destOrd="0" presId="urn:microsoft.com/office/officeart/2005/8/layout/vList5"/>
    <dgm:cxn modelId="{98821B69-D769-4B57-8987-812C58914D27}" type="presParOf" srcId="{BB6AABB8-CF5F-45E1-BBF0-47E2728C6522}" destId="{A35B614B-1514-4B59-BC3B-5CA808B41226}" srcOrd="23" destOrd="0" presId="urn:microsoft.com/office/officeart/2005/8/layout/vList5"/>
    <dgm:cxn modelId="{1597C463-8D1F-44E4-91D5-0434CEE6F59F}" type="presParOf" srcId="{BB6AABB8-CF5F-45E1-BBF0-47E2728C6522}" destId="{9AF1E545-6268-4127-B256-BA3AFAC8AE15}" srcOrd="24" destOrd="0" presId="urn:microsoft.com/office/officeart/2005/8/layout/vList5"/>
    <dgm:cxn modelId="{56670A49-29FE-4F1A-A9D9-A84AFB9E32A6}" type="presParOf" srcId="{9AF1E545-6268-4127-B256-BA3AFAC8AE15}" destId="{5AB5E525-59EB-40D4-950C-6A2F81E5BAB2}" srcOrd="0" destOrd="0" presId="urn:microsoft.com/office/officeart/2005/8/layout/vList5"/>
    <dgm:cxn modelId="{15338440-734E-4C88-B388-1056F1B20DCC}" type="presParOf" srcId="{BB6AABB8-CF5F-45E1-BBF0-47E2728C6522}" destId="{4D51D849-FD9E-4836-ABE3-2BD49547412C}" srcOrd="25" destOrd="0" presId="urn:microsoft.com/office/officeart/2005/8/layout/vList5"/>
    <dgm:cxn modelId="{03DA519D-B901-4949-89B9-B779CC4836D0}" type="presParOf" srcId="{BB6AABB8-CF5F-45E1-BBF0-47E2728C6522}" destId="{3F55C79C-05BE-446B-A174-A974CA7BBD17}" srcOrd="26" destOrd="0" presId="urn:microsoft.com/office/officeart/2005/8/layout/vList5"/>
    <dgm:cxn modelId="{B82F1539-5F03-4716-A704-CFAFC11DBF56}" type="presParOf" srcId="{3F55C79C-05BE-446B-A174-A974CA7BBD17}" destId="{B3134F01-16B9-489F-B7B5-B374FEE90E14}" srcOrd="0" destOrd="0" presId="urn:microsoft.com/office/officeart/2005/8/layout/vList5"/>
    <dgm:cxn modelId="{05F0311B-71A1-4DB0-BBE0-D8CF5471DCF5}" type="presParOf" srcId="{BB6AABB8-CF5F-45E1-BBF0-47E2728C6522}" destId="{A41DB1D7-C638-46F1-84D4-3B3FD787DE4A}" srcOrd="27" destOrd="0" presId="urn:microsoft.com/office/officeart/2005/8/layout/vList5"/>
    <dgm:cxn modelId="{790B8726-0206-4435-9A8F-92FA4EB2BC8E}" type="presParOf" srcId="{BB6AABB8-CF5F-45E1-BBF0-47E2728C6522}" destId="{6CDB1BD7-F82C-43F3-A4EC-D23DF88E1CB6}" srcOrd="28" destOrd="0" presId="urn:microsoft.com/office/officeart/2005/8/layout/vList5"/>
    <dgm:cxn modelId="{1796F446-A062-4DDF-9432-E5B08C49B9B8}" type="presParOf" srcId="{6CDB1BD7-F82C-43F3-A4EC-D23DF88E1CB6}" destId="{8F263DCD-FC7F-4C3E-B70A-8DAFBFE715E6}" srcOrd="0" destOrd="0" presId="urn:microsoft.com/office/officeart/2005/8/layout/vList5"/>
    <dgm:cxn modelId="{EAEF7B63-6A51-4164-9F1D-9F0C23B338DC}" type="presParOf" srcId="{BB6AABB8-CF5F-45E1-BBF0-47E2728C6522}" destId="{A3EA85FF-DCDD-4363-97E8-B0F50207B8D2}" srcOrd="29" destOrd="0" presId="urn:microsoft.com/office/officeart/2005/8/layout/vList5"/>
    <dgm:cxn modelId="{68C88A1F-1D42-4E85-892E-EE39BDF795AE}" type="presParOf" srcId="{BB6AABB8-CF5F-45E1-BBF0-47E2728C6522}" destId="{28262E83-5C8C-4BAA-9A2C-4588651A42C6}" srcOrd="30" destOrd="0" presId="urn:microsoft.com/office/officeart/2005/8/layout/vList5"/>
    <dgm:cxn modelId="{F235E18F-8B63-4C19-8EA3-521AB03EC1DF}" type="presParOf" srcId="{28262E83-5C8C-4BAA-9A2C-4588651A42C6}" destId="{F80A37E8-EDAF-4398-A925-A78DB5EAD54F}" srcOrd="0" destOrd="0" presId="urn:microsoft.com/office/officeart/2005/8/layout/vList5"/>
    <dgm:cxn modelId="{A7885853-113A-48C6-93E2-6A2F455B1659}" type="presParOf" srcId="{BB6AABB8-CF5F-45E1-BBF0-47E2728C6522}" destId="{1A05F80D-CCD8-4FA7-B209-FAFF308BBD4F}" srcOrd="31" destOrd="0" presId="urn:microsoft.com/office/officeart/2005/8/layout/vList5"/>
    <dgm:cxn modelId="{EA0DED64-0B78-4A73-9BA0-00D38E25B37B}" type="presParOf" srcId="{BB6AABB8-CF5F-45E1-BBF0-47E2728C6522}" destId="{8D868B56-8310-415F-ABF3-6F75A5450190}" srcOrd="32" destOrd="0" presId="urn:microsoft.com/office/officeart/2005/8/layout/vList5"/>
    <dgm:cxn modelId="{4849BE0B-FA71-4B64-89CD-86757BCA726C}" type="presParOf" srcId="{8D868B56-8310-415F-ABF3-6F75A5450190}" destId="{5DA617B5-D185-45C6-8931-1A9CEB2D46DE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6D2AE4-F278-4AFD-B5E5-4C6311589C85}" type="doc">
      <dgm:prSet loTypeId="urn:microsoft.com/office/officeart/2005/8/layout/radial2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4D7DCA5-F8D0-4A62-96A2-91F020275DDD}">
      <dgm:prSet phldrT="[Text]"/>
      <dgm:spPr/>
      <dgm:t>
        <a:bodyPr/>
        <a:lstStyle/>
        <a:p>
          <a:r>
            <a:rPr lang="en-US" dirty="0" smtClean="0"/>
            <a:t>Karina</a:t>
          </a:r>
          <a:endParaRPr lang="en-US" dirty="0"/>
        </a:p>
      </dgm:t>
    </dgm:pt>
    <dgm:pt modelId="{B0EB34DF-4EC1-4FB3-AA44-E3C870AD418C}" type="parTrans" cxnId="{A413FA93-7376-4EF2-8B36-A6715331AB37}">
      <dgm:prSet/>
      <dgm:spPr/>
      <dgm:t>
        <a:bodyPr/>
        <a:lstStyle/>
        <a:p>
          <a:endParaRPr lang="en-US"/>
        </a:p>
      </dgm:t>
    </dgm:pt>
    <dgm:pt modelId="{CCE94230-B2AE-430D-9925-C0D11EA5BAB4}" type="sibTrans" cxnId="{A413FA93-7376-4EF2-8B36-A6715331AB37}">
      <dgm:prSet/>
      <dgm:spPr/>
      <dgm:t>
        <a:bodyPr/>
        <a:lstStyle/>
        <a:p>
          <a:endParaRPr lang="en-US"/>
        </a:p>
      </dgm:t>
    </dgm:pt>
    <dgm:pt modelId="{590055B1-0DAC-4225-957C-93315B18CBA0}">
      <dgm:prSet phldrT="[Text]"/>
      <dgm:spPr/>
      <dgm:t>
        <a:bodyPr/>
        <a:lstStyle/>
        <a:p>
          <a:r>
            <a:rPr lang="en-US" dirty="0" smtClean="0"/>
            <a:t>Gabor Descriptor</a:t>
          </a:r>
          <a:endParaRPr lang="en-US" dirty="0"/>
        </a:p>
      </dgm:t>
    </dgm:pt>
    <dgm:pt modelId="{E706F8B9-63B2-4E7C-9D7E-53C8571CAFC6}" type="parTrans" cxnId="{305EA19F-79F3-465A-AB5B-768351EC55DE}">
      <dgm:prSet/>
      <dgm:spPr/>
      <dgm:t>
        <a:bodyPr/>
        <a:lstStyle/>
        <a:p>
          <a:endParaRPr lang="en-US"/>
        </a:p>
      </dgm:t>
    </dgm:pt>
    <dgm:pt modelId="{BCBE85D6-05C7-4511-BA67-F29D7D4FE1C8}" type="sibTrans" cxnId="{305EA19F-79F3-465A-AB5B-768351EC55DE}">
      <dgm:prSet/>
      <dgm:spPr/>
      <dgm:t>
        <a:bodyPr/>
        <a:lstStyle/>
        <a:p>
          <a:endParaRPr lang="en-US"/>
        </a:p>
      </dgm:t>
    </dgm:pt>
    <dgm:pt modelId="{1565E72E-5F64-451A-9B9F-794F5DCEB6EE}">
      <dgm:prSet phldrT="[Text]"/>
      <dgm:spPr/>
      <dgm:t>
        <a:bodyPr/>
        <a:lstStyle/>
        <a:p>
          <a:r>
            <a:rPr lang="en-US" dirty="0" err="1" smtClean="0"/>
            <a:t>Piter</a:t>
          </a:r>
          <a:endParaRPr lang="en-US" dirty="0"/>
        </a:p>
      </dgm:t>
    </dgm:pt>
    <dgm:pt modelId="{8046F6A0-D5E8-4271-B06C-B94E644968B4}" type="parTrans" cxnId="{EE91AE88-859E-45A2-A851-82608F9A8699}">
      <dgm:prSet/>
      <dgm:spPr/>
      <dgm:t>
        <a:bodyPr/>
        <a:lstStyle/>
        <a:p>
          <a:endParaRPr lang="en-US"/>
        </a:p>
      </dgm:t>
    </dgm:pt>
    <dgm:pt modelId="{D25C0385-9D0A-4CBD-8600-13EC021AAAAF}" type="sibTrans" cxnId="{EE91AE88-859E-45A2-A851-82608F9A8699}">
      <dgm:prSet/>
      <dgm:spPr/>
      <dgm:t>
        <a:bodyPr/>
        <a:lstStyle/>
        <a:p>
          <a:endParaRPr lang="en-US"/>
        </a:p>
      </dgm:t>
    </dgm:pt>
    <dgm:pt modelId="{565D7441-658A-47A0-B0E7-4F663C7083C2}">
      <dgm:prSet phldrT="[Text]"/>
      <dgm:spPr/>
      <dgm:t>
        <a:bodyPr/>
        <a:lstStyle/>
        <a:p>
          <a:r>
            <a:rPr lang="en-US" dirty="0" smtClean="0"/>
            <a:t>Color Histograms Descriptor</a:t>
          </a:r>
          <a:endParaRPr lang="en-US" dirty="0"/>
        </a:p>
      </dgm:t>
    </dgm:pt>
    <dgm:pt modelId="{C3BD1D4C-3F46-4577-9F04-AD85BB72AC16}" type="parTrans" cxnId="{AAD3B40B-DF5D-40DC-91D5-EF4E67DA20CC}">
      <dgm:prSet/>
      <dgm:spPr/>
      <dgm:t>
        <a:bodyPr/>
        <a:lstStyle/>
        <a:p>
          <a:endParaRPr lang="en-US"/>
        </a:p>
      </dgm:t>
    </dgm:pt>
    <dgm:pt modelId="{DB73BC04-2A63-4778-91C4-9C61E185AEC8}" type="sibTrans" cxnId="{AAD3B40B-DF5D-40DC-91D5-EF4E67DA20CC}">
      <dgm:prSet/>
      <dgm:spPr/>
      <dgm:t>
        <a:bodyPr/>
        <a:lstStyle/>
        <a:p>
          <a:endParaRPr lang="en-US"/>
        </a:p>
      </dgm:t>
    </dgm:pt>
    <dgm:pt modelId="{780C0D35-49FD-4888-A0BC-25993A3DB501}">
      <dgm:prSet phldrT="[Text]"/>
      <dgm:spPr/>
      <dgm:t>
        <a:bodyPr/>
        <a:lstStyle/>
        <a:p>
          <a:r>
            <a:rPr lang="en-US" dirty="0" smtClean="0"/>
            <a:t>Pauline</a:t>
          </a:r>
          <a:endParaRPr lang="en-US" dirty="0"/>
        </a:p>
      </dgm:t>
    </dgm:pt>
    <dgm:pt modelId="{65CCBF92-04B5-4734-9C40-BA7B387310B5}" type="parTrans" cxnId="{1EA67808-EB96-453B-821E-75BC2757C350}">
      <dgm:prSet/>
      <dgm:spPr/>
      <dgm:t>
        <a:bodyPr/>
        <a:lstStyle/>
        <a:p>
          <a:endParaRPr lang="en-US"/>
        </a:p>
      </dgm:t>
    </dgm:pt>
    <dgm:pt modelId="{65C2C7B1-5C70-44D7-A28F-BD946CC081B7}" type="sibTrans" cxnId="{1EA67808-EB96-453B-821E-75BC2757C350}">
      <dgm:prSet/>
      <dgm:spPr/>
      <dgm:t>
        <a:bodyPr/>
        <a:lstStyle/>
        <a:p>
          <a:endParaRPr lang="en-US"/>
        </a:p>
      </dgm:t>
    </dgm:pt>
    <dgm:pt modelId="{143EC534-B851-44A1-BA25-295BC65C7EB9}">
      <dgm:prSet phldrT="[Text]"/>
      <dgm:spPr/>
      <dgm:t>
        <a:bodyPr/>
        <a:lstStyle/>
        <a:p>
          <a:r>
            <a:rPr lang="en-US" dirty="0" smtClean="0"/>
            <a:t>Centrist Descriptor</a:t>
          </a:r>
          <a:endParaRPr lang="en-US" dirty="0"/>
        </a:p>
      </dgm:t>
    </dgm:pt>
    <dgm:pt modelId="{F638EB54-E5E7-414F-B77F-86FCED227D10}" type="parTrans" cxnId="{C0421368-6778-4D63-A410-654D348E997C}">
      <dgm:prSet/>
      <dgm:spPr/>
      <dgm:t>
        <a:bodyPr/>
        <a:lstStyle/>
        <a:p>
          <a:endParaRPr lang="en-US"/>
        </a:p>
      </dgm:t>
    </dgm:pt>
    <dgm:pt modelId="{4DBDE40A-C437-4409-BF39-3C6DAC734428}" type="sibTrans" cxnId="{C0421368-6778-4D63-A410-654D348E997C}">
      <dgm:prSet/>
      <dgm:spPr/>
      <dgm:t>
        <a:bodyPr/>
        <a:lstStyle/>
        <a:p>
          <a:endParaRPr lang="en-US"/>
        </a:p>
      </dgm:t>
    </dgm:pt>
    <dgm:pt modelId="{55D508D5-B357-4212-B49A-0E334049CC65}" type="pres">
      <dgm:prSet presAssocID="{C96D2AE4-F278-4AFD-B5E5-4C6311589C85}" presName="composite" presStyleCnt="0">
        <dgm:presLayoutVars>
          <dgm:chMax val="5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5432CC4-30C5-4E4E-910B-189977156520}" type="pres">
      <dgm:prSet presAssocID="{C96D2AE4-F278-4AFD-B5E5-4C6311589C85}" presName="cycle" presStyleCnt="0"/>
      <dgm:spPr/>
    </dgm:pt>
    <dgm:pt modelId="{A836D17D-1FBA-4417-973F-C6639E1B5E0D}" type="pres">
      <dgm:prSet presAssocID="{C96D2AE4-F278-4AFD-B5E5-4C6311589C85}" presName="centerShape" presStyleCnt="0"/>
      <dgm:spPr/>
    </dgm:pt>
    <dgm:pt modelId="{28EEB561-B9C6-466E-9B1B-189635469B74}" type="pres">
      <dgm:prSet presAssocID="{C96D2AE4-F278-4AFD-B5E5-4C6311589C85}" presName="connSite" presStyleLbl="node1" presStyleIdx="0" presStyleCnt="4"/>
      <dgm:spPr/>
    </dgm:pt>
    <dgm:pt modelId="{40D38DFA-76EE-4C7C-B2F3-FA4239B723A9}" type="pres">
      <dgm:prSet presAssocID="{C96D2AE4-F278-4AFD-B5E5-4C6311589C85}" presName="visible" presStyleLbl="node1" presStyleIdx="0" presStyleCnt="4"/>
      <dgm:spPr/>
    </dgm:pt>
    <dgm:pt modelId="{FB924874-3AE6-44CF-A67F-11B02DA084C3}" type="pres">
      <dgm:prSet presAssocID="{B0EB34DF-4EC1-4FB3-AA44-E3C870AD418C}" presName="Name25" presStyleLbl="parChTrans1D1" presStyleIdx="0" presStyleCnt="3"/>
      <dgm:spPr/>
      <dgm:t>
        <a:bodyPr/>
        <a:lstStyle/>
        <a:p>
          <a:endParaRPr lang="en-US"/>
        </a:p>
      </dgm:t>
    </dgm:pt>
    <dgm:pt modelId="{38C0A978-357E-4A68-9121-DD2BB3BA913E}" type="pres">
      <dgm:prSet presAssocID="{A4D7DCA5-F8D0-4A62-96A2-91F020275DDD}" presName="node" presStyleCnt="0"/>
      <dgm:spPr/>
    </dgm:pt>
    <dgm:pt modelId="{AB2EFE38-4B21-4314-B66E-C85AB4EEF647}" type="pres">
      <dgm:prSet presAssocID="{A4D7DCA5-F8D0-4A62-96A2-91F020275DDD}" presName="parentNode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F04A532-2977-47F1-8117-EB1B8C84ECA0}" type="pres">
      <dgm:prSet presAssocID="{A4D7DCA5-F8D0-4A62-96A2-91F020275DDD}" presName="childNode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66FAC72-F182-48B6-9CFD-7E5EB047BBCF}" type="pres">
      <dgm:prSet presAssocID="{8046F6A0-D5E8-4271-B06C-B94E644968B4}" presName="Name25" presStyleLbl="parChTrans1D1" presStyleIdx="1" presStyleCnt="3"/>
      <dgm:spPr/>
      <dgm:t>
        <a:bodyPr/>
        <a:lstStyle/>
        <a:p>
          <a:endParaRPr lang="en-US"/>
        </a:p>
      </dgm:t>
    </dgm:pt>
    <dgm:pt modelId="{B4DDBBCA-E906-4313-B08F-50EE15FB0ADD}" type="pres">
      <dgm:prSet presAssocID="{1565E72E-5F64-451A-9B9F-794F5DCEB6EE}" presName="node" presStyleCnt="0"/>
      <dgm:spPr/>
    </dgm:pt>
    <dgm:pt modelId="{2EC39277-9C69-452F-AF41-1E540A396B36}" type="pres">
      <dgm:prSet presAssocID="{1565E72E-5F64-451A-9B9F-794F5DCEB6EE}" presName="parentNode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45721D-9AAB-4223-8FAA-29E5E4328565}" type="pres">
      <dgm:prSet presAssocID="{1565E72E-5F64-451A-9B9F-794F5DCEB6EE}" presName="childNode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602AA54-D7A9-4CD1-B8B2-253BB42C9A26}" type="pres">
      <dgm:prSet presAssocID="{65CCBF92-04B5-4734-9C40-BA7B387310B5}" presName="Name25" presStyleLbl="parChTrans1D1" presStyleIdx="2" presStyleCnt="3"/>
      <dgm:spPr/>
      <dgm:t>
        <a:bodyPr/>
        <a:lstStyle/>
        <a:p>
          <a:endParaRPr lang="en-US"/>
        </a:p>
      </dgm:t>
    </dgm:pt>
    <dgm:pt modelId="{09D685DA-82D4-429D-84B9-3DA538AE2C58}" type="pres">
      <dgm:prSet presAssocID="{780C0D35-49FD-4888-A0BC-25993A3DB501}" presName="node" presStyleCnt="0"/>
      <dgm:spPr/>
    </dgm:pt>
    <dgm:pt modelId="{0C724EFE-90C1-4BA7-BEEC-DEF2BB7ED7C7}" type="pres">
      <dgm:prSet presAssocID="{780C0D35-49FD-4888-A0BC-25993A3DB501}" presName="parentNode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428DAC-9474-4812-9A2C-105C299203F1}" type="pres">
      <dgm:prSet presAssocID="{780C0D35-49FD-4888-A0BC-25993A3DB501}" presName="childNode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DB4F351-DA68-43E7-9FDB-A11D916248C0}" type="presOf" srcId="{65CCBF92-04B5-4734-9C40-BA7B387310B5}" destId="{5602AA54-D7A9-4CD1-B8B2-253BB42C9A26}" srcOrd="0" destOrd="0" presId="urn:microsoft.com/office/officeart/2005/8/layout/radial2"/>
    <dgm:cxn modelId="{305EA19F-79F3-465A-AB5B-768351EC55DE}" srcId="{A4D7DCA5-F8D0-4A62-96A2-91F020275DDD}" destId="{590055B1-0DAC-4225-957C-93315B18CBA0}" srcOrd="0" destOrd="0" parTransId="{E706F8B9-63B2-4E7C-9D7E-53C8571CAFC6}" sibTransId="{BCBE85D6-05C7-4511-BA67-F29D7D4FE1C8}"/>
    <dgm:cxn modelId="{A413FA93-7376-4EF2-8B36-A6715331AB37}" srcId="{C96D2AE4-F278-4AFD-B5E5-4C6311589C85}" destId="{A4D7DCA5-F8D0-4A62-96A2-91F020275DDD}" srcOrd="0" destOrd="0" parTransId="{B0EB34DF-4EC1-4FB3-AA44-E3C870AD418C}" sibTransId="{CCE94230-B2AE-430D-9925-C0D11EA5BAB4}"/>
    <dgm:cxn modelId="{B56E88FE-E5FA-469A-8B91-87CBFA09BE7E}" type="presOf" srcId="{590055B1-0DAC-4225-957C-93315B18CBA0}" destId="{CF04A532-2977-47F1-8117-EB1B8C84ECA0}" srcOrd="0" destOrd="0" presId="urn:microsoft.com/office/officeart/2005/8/layout/radial2"/>
    <dgm:cxn modelId="{EE91AE88-859E-45A2-A851-82608F9A8699}" srcId="{C96D2AE4-F278-4AFD-B5E5-4C6311589C85}" destId="{1565E72E-5F64-451A-9B9F-794F5DCEB6EE}" srcOrd="1" destOrd="0" parTransId="{8046F6A0-D5E8-4271-B06C-B94E644968B4}" sibTransId="{D25C0385-9D0A-4CBD-8600-13EC021AAAAF}"/>
    <dgm:cxn modelId="{D5CB37F1-3564-4022-8EAB-DA7EC5D5C907}" type="presOf" srcId="{A4D7DCA5-F8D0-4A62-96A2-91F020275DDD}" destId="{AB2EFE38-4B21-4314-B66E-C85AB4EEF647}" srcOrd="0" destOrd="0" presId="urn:microsoft.com/office/officeart/2005/8/layout/radial2"/>
    <dgm:cxn modelId="{9600C266-87C3-4FF4-9890-15C127F32E8D}" type="presOf" srcId="{143EC534-B851-44A1-BA25-295BC65C7EB9}" destId="{63428DAC-9474-4812-9A2C-105C299203F1}" srcOrd="0" destOrd="0" presId="urn:microsoft.com/office/officeart/2005/8/layout/radial2"/>
    <dgm:cxn modelId="{1EA67808-EB96-453B-821E-75BC2757C350}" srcId="{C96D2AE4-F278-4AFD-B5E5-4C6311589C85}" destId="{780C0D35-49FD-4888-A0BC-25993A3DB501}" srcOrd="2" destOrd="0" parTransId="{65CCBF92-04B5-4734-9C40-BA7B387310B5}" sibTransId="{65C2C7B1-5C70-44D7-A28F-BD946CC081B7}"/>
    <dgm:cxn modelId="{892F4018-5E2F-46FD-8080-9917C5414BF9}" type="presOf" srcId="{8046F6A0-D5E8-4271-B06C-B94E644968B4}" destId="{B66FAC72-F182-48B6-9CFD-7E5EB047BBCF}" srcOrd="0" destOrd="0" presId="urn:microsoft.com/office/officeart/2005/8/layout/radial2"/>
    <dgm:cxn modelId="{77FF5905-A4EA-4A5A-812C-B22A0D9CAF64}" type="presOf" srcId="{565D7441-658A-47A0-B0E7-4F663C7083C2}" destId="{8045721D-9AAB-4223-8FAA-29E5E4328565}" srcOrd="0" destOrd="0" presId="urn:microsoft.com/office/officeart/2005/8/layout/radial2"/>
    <dgm:cxn modelId="{B6956D76-CE1E-45E4-8D67-82210057B208}" type="presOf" srcId="{C96D2AE4-F278-4AFD-B5E5-4C6311589C85}" destId="{55D508D5-B357-4212-B49A-0E334049CC65}" srcOrd="0" destOrd="0" presId="urn:microsoft.com/office/officeart/2005/8/layout/radial2"/>
    <dgm:cxn modelId="{0C0E1B53-8FE4-4251-B9BE-996BBC260894}" type="presOf" srcId="{780C0D35-49FD-4888-A0BC-25993A3DB501}" destId="{0C724EFE-90C1-4BA7-BEEC-DEF2BB7ED7C7}" srcOrd="0" destOrd="0" presId="urn:microsoft.com/office/officeart/2005/8/layout/radial2"/>
    <dgm:cxn modelId="{AAD3B40B-DF5D-40DC-91D5-EF4E67DA20CC}" srcId="{1565E72E-5F64-451A-9B9F-794F5DCEB6EE}" destId="{565D7441-658A-47A0-B0E7-4F663C7083C2}" srcOrd="0" destOrd="0" parTransId="{C3BD1D4C-3F46-4577-9F04-AD85BB72AC16}" sibTransId="{DB73BC04-2A63-4778-91C4-9C61E185AEC8}"/>
    <dgm:cxn modelId="{A1592691-0608-4FD5-85F3-380F51B283DD}" type="presOf" srcId="{B0EB34DF-4EC1-4FB3-AA44-E3C870AD418C}" destId="{FB924874-3AE6-44CF-A67F-11B02DA084C3}" srcOrd="0" destOrd="0" presId="urn:microsoft.com/office/officeart/2005/8/layout/radial2"/>
    <dgm:cxn modelId="{F41FF57A-17F0-4AC0-A54F-25D4B9B76C15}" type="presOf" srcId="{1565E72E-5F64-451A-9B9F-794F5DCEB6EE}" destId="{2EC39277-9C69-452F-AF41-1E540A396B36}" srcOrd="0" destOrd="0" presId="urn:microsoft.com/office/officeart/2005/8/layout/radial2"/>
    <dgm:cxn modelId="{C0421368-6778-4D63-A410-654D348E997C}" srcId="{780C0D35-49FD-4888-A0BC-25993A3DB501}" destId="{143EC534-B851-44A1-BA25-295BC65C7EB9}" srcOrd="0" destOrd="0" parTransId="{F638EB54-E5E7-414F-B77F-86FCED227D10}" sibTransId="{4DBDE40A-C437-4409-BF39-3C6DAC734428}"/>
    <dgm:cxn modelId="{BB0F47F3-8E45-47A3-80D2-EEDC674A3446}" type="presParOf" srcId="{55D508D5-B357-4212-B49A-0E334049CC65}" destId="{15432CC4-30C5-4E4E-910B-189977156520}" srcOrd="0" destOrd="0" presId="urn:microsoft.com/office/officeart/2005/8/layout/radial2"/>
    <dgm:cxn modelId="{EBE07B65-7253-443B-8105-8DBDD4656AE1}" type="presParOf" srcId="{15432CC4-30C5-4E4E-910B-189977156520}" destId="{A836D17D-1FBA-4417-973F-C6639E1B5E0D}" srcOrd="0" destOrd="0" presId="urn:microsoft.com/office/officeart/2005/8/layout/radial2"/>
    <dgm:cxn modelId="{0B51C772-FA06-4348-8E7F-7185E38BCD76}" type="presParOf" srcId="{A836D17D-1FBA-4417-973F-C6639E1B5E0D}" destId="{28EEB561-B9C6-466E-9B1B-189635469B74}" srcOrd="0" destOrd="0" presId="urn:microsoft.com/office/officeart/2005/8/layout/radial2"/>
    <dgm:cxn modelId="{972FFB77-0C83-4FD9-947A-84FDDF7B0E39}" type="presParOf" srcId="{A836D17D-1FBA-4417-973F-C6639E1B5E0D}" destId="{40D38DFA-76EE-4C7C-B2F3-FA4239B723A9}" srcOrd="1" destOrd="0" presId="urn:microsoft.com/office/officeart/2005/8/layout/radial2"/>
    <dgm:cxn modelId="{F08971B0-23AC-4BCE-8D7B-537A728CFC48}" type="presParOf" srcId="{15432CC4-30C5-4E4E-910B-189977156520}" destId="{FB924874-3AE6-44CF-A67F-11B02DA084C3}" srcOrd="1" destOrd="0" presId="urn:microsoft.com/office/officeart/2005/8/layout/radial2"/>
    <dgm:cxn modelId="{C64E9406-9E60-4440-B3C7-815FF41A84D9}" type="presParOf" srcId="{15432CC4-30C5-4E4E-910B-189977156520}" destId="{38C0A978-357E-4A68-9121-DD2BB3BA913E}" srcOrd="2" destOrd="0" presId="urn:microsoft.com/office/officeart/2005/8/layout/radial2"/>
    <dgm:cxn modelId="{67219BBC-697B-41EF-9BF2-DDBD9E5887CD}" type="presParOf" srcId="{38C0A978-357E-4A68-9121-DD2BB3BA913E}" destId="{AB2EFE38-4B21-4314-B66E-C85AB4EEF647}" srcOrd="0" destOrd="0" presId="urn:microsoft.com/office/officeart/2005/8/layout/radial2"/>
    <dgm:cxn modelId="{6344211B-17E4-4057-9897-0386C414B88E}" type="presParOf" srcId="{38C0A978-357E-4A68-9121-DD2BB3BA913E}" destId="{CF04A532-2977-47F1-8117-EB1B8C84ECA0}" srcOrd="1" destOrd="0" presId="urn:microsoft.com/office/officeart/2005/8/layout/radial2"/>
    <dgm:cxn modelId="{6398CE79-809C-4942-9ACD-DAE11E9521A8}" type="presParOf" srcId="{15432CC4-30C5-4E4E-910B-189977156520}" destId="{B66FAC72-F182-48B6-9CFD-7E5EB047BBCF}" srcOrd="3" destOrd="0" presId="urn:microsoft.com/office/officeart/2005/8/layout/radial2"/>
    <dgm:cxn modelId="{A36D74C0-D325-46F1-814A-839A3753312A}" type="presParOf" srcId="{15432CC4-30C5-4E4E-910B-189977156520}" destId="{B4DDBBCA-E906-4313-B08F-50EE15FB0ADD}" srcOrd="4" destOrd="0" presId="urn:microsoft.com/office/officeart/2005/8/layout/radial2"/>
    <dgm:cxn modelId="{838217F5-A326-45EB-A51A-F9872154A372}" type="presParOf" srcId="{B4DDBBCA-E906-4313-B08F-50EE15FB0ADD}" destId="{2EC39277-9C69-452F-AF41-1E540A396B36}" srcOrd="0" destOrd="0" presId="urn:microsoft.com/office/officeart/2005/8/layout/radial2"/>
    <dgm:cxn modelId="{8C7696DA-BDB4-4445-AFC8-915D81F1EDCC}" type="presParOf" srcId="{B4DDBBCA-E906-4313-B08F-50EE15FB0ADD}" destId="{8045721D-9AAB-4223-8FAA-29E5E4328565}" srcOrd="1" destOrd="0" presId="urn:microsoft.com/office/officeart/2005/8/layout/radial2"/>
    <dgm:cxn modelId="{F75946FD-F202-4160-97F8-2535812A6675}" type="presParOf" srcId="{15432CC4-30C5-4E4E-910B-189977156520}" destId="{5602AA54-D7A9-4CD1-B8B2-253BB42C9A26}" srcOrd="5" destOrd="0" presId="urn:microsoft.com/office/officeart/2005/8/layout/radial2"/>
    <dgm:cxn modelId="{655B20A8-6FF3-4855-A556-CD9F7AC33718}" type="presParOf" srcId="{15432CC4-30C5-4E4E-910B-189977156520}" destId="{09D685DA-82D4-429D-84B9-3DA538AE2C58}" srcOrd="6" destOrd="0" presId="urn:microsoft.com/office/officeart/2005/8/layout/radial2"/>
    <dgm:cxn modelId="{78391AF1-3683-446D-A93D-BA9F1213CB75}" type="presParOf" srcId="{09D685DA-82D4-429D-84B9-3DA538AE2C58}" destId="{0C724EFE-90C1-4BA7-BEEC-DEF2BB7ED7C7}" srcOrd="0" destOrd="0" presId="urn:microsoft.com/office/officeart/2005/8/layout/radial2"/>
    <dgm:cxn modelId="{15A2B6E2-5955-4B16-8CB8-95065B6A0B71}" type="presParOf" srcId="{09D685DA-82D4-429D-84B9-3DA538AE2C58}" destId="{63428DAC-9474-4812-9A2C-105C299203F1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283CEBF-89F4-4FE3-A39A-577820E40014}" type="doc">
      <dgm:prSet loTypeId="urn:microsoft.com/office/officeart/2008/layout/RadialCluster" loCatId="cycle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14AA610-4378-4C1E-9658-43FBDBDB93EA}">
      <dgm:prSet phldrT="[Text]"/>
      <dgm:spPr/>
      <dgm:t>
        <a:bodyPr/>
        <a:lstStyle/>
        <a:p>
          <a:r>
            <a:rPr lang="en-US" dirty="0" smtClean="0"/>
            <a:t>SCENE CATEGORIES</a:t>
          </a:r>
          <a:endParaRPr lang="en-US" dirty="0"/>
        </a:p>
      </dgm:t>
    </dgm:pt>
    <dgm:pt modelId="{0AD81EDB-B837-4186-B2ED-CDFC93F7E6CA}" type="parTrans" cxnId="{BD31236E-DF34-45AE-AC08-A4F30CA4E050}">
      <dgm:prSet/>
      <dgm:spPr/>
      <dgm:t>
        <a:bodyPr/>
        <a:lstStyle/>
        <a:p>
          <a:endParaRPr lang="en-US"/>
        </a:p>
      </dgm:t>
    </dgm:pt>
    <dgm:pt modelId="{F8D14364-BA56-4D86-81D2-8D40DF2E619D}" type="sibTrans" cxnId="{BD31236E-DF34-45AE-AC08-A4F30CA4E050}">
      <dgm:prSet/>
      <dgm:spPr/>
      <dgm:t>
        <a:bodyPr/>
        <a:lstStyle/>
        <a:p>
          <a:endParaRPr lang="en-US"/>
        </a:p>
      </dgm:t>
    </dgm:pt>
    <dgm:pt modelId="{6327AE39-091A-48F9-A98D-4E6E110666D2}">
      <dgm:prSet phldrT="[Text]"/>
      <dgm:spPr/>
      <dgm:t>
        <a:bodyPr/>
        <a:lstStyle/>
        <a:p>
          <a:r>
            <a:rPr lang="en-US" dirty="0" smtClean="0"/>
            <a:t>Gabor  -  Adds better texture </a:t>
          </a:r>
          <a:endParaRPr lang="en-US" dirty="0"/>
        </a:p>
      </dgm:t>
    </dgm:pt>
    <dgm:pt modelId="{A585FD90-82BB-4873-926B-B8F084D7269E}" type="parTrans" cxnId="{BCFA0AB1-467E-453E-9550-CCE971FF7C28}">
      <dgm:prSet/>
      <dgm:spPr/>
      <dgm:t>
        <a:bodyPr/>
        <a:lstStyle/>
        <a:p>
          <a:endParaRPr lang="en-US"/>
        </a:p>
      </dgm:t>
    </dgm:pt>
    <dgm:pt modelId="{437AF557-C749-48B6-A705-C90AF4CE8469}" type="sibTrans" cxnId="{BCFA0AB1-467E-453E-9550-CCE971FF7C28}">
      <dgm:prSet/>
      <dgm:spPr/>
      <dgm:t>
        <a:bodyPr/>
        <a:lstStyle/>
        <a:p>
          <a:endParaRPr lang="en-US"/>
        </a:p>
      </dgm:t>
    </dgm:pt>
    <dgm:pt modelId="{4EC48776-F1E7-4073-97AA-ECD1541B34F3}">
      <dgm:prSet phldrT="[Text]"/>
      <dgm:spPr/>
      <dgm:t>
        <a:bodyPr/>
        <a:lstStyle/>
        <a:p>
          <a:r>
            <a:rPr lang="en-US" dirty="0" smtClean="0"/>
            <a:t>Color Histograms – More Robust to Cluttering &amp; Normalization</a:t>
          </a:r>
          <a:endParaRPr lang="en-US" dirty="0"/>
        </a:p>
      </dgm:t>
    </dgm:pt>
    <dgm:pt modelId="{06D0BB5A-E6F5-4E9F-AC66-AE9810AD195E}" type="parTrans" cxnId="{AB02913C-B108-41E6-BED6-6DBB4254D173}">
      <dgm:prSet/>
      <dgm:spPr/>
      <dgm:t>
        <a:bodyPr/>
        <a:lstStyle/>
        <a:p>
          <a:endParaRPr lang="en-US"/>
        </a:p>
      </dgm:t>
    </dgm:pt>
    <dgm:pt modelId="{785BC6CA-794F-4012-A7B6-8D262FBD0328}" type="sibTrans" cxnId="{AB02913C-B108-41E6-BED6-6DBB4254D173}">
      <dgm:prSet/>
      <dgm:spPr/>
      <dgm:t>
        <a:bodyPr/>
        <a:lstStyle/>
        <a:p>
          <a:endParaRPr lang="en-US"/>
        </a:p>
      </dgm:t>
    </dgm:pt>
    <dgm:pt modelId="{E0212BA7-50E1-4EA2-BFE0-2979FE87E1CC}">
      <dgm:prSet phldrT="[Text]"/>
      <dgm:spPr/>
      <dgm:t>
        <a:bodyPr/>
        <a:lstStyle/>
        <a:p>
          <a:r>
            <a:rPr lang="en-US" dirty="0" smtClean="0"/>
            <a:t>Centrist – Adds better Visual and Object Recognition</a:t>
          </a:r>
          <a:endParaRPr lang="en-US" dirty="0"/>
        </a:p>
      </dgm:t>
    </dgm:pt>
    <dgm:pt modelId="{AB630CCF-F444-402A-9CE8-5080E6E305AD}" type="parTrans" cxnId="{194DE003-805A-47CB-B0E2-4C3F411A29D3}">
      <dgm:prSet/>
      <dgm:spPr/>
      <dgm:t>
        <a:bodyPr/>
        <a:lstStyle/>
        <a:p>
          <a:endParaRPr lang="en-US"/>
        </a:p>
      </dgm:t>
    </dgm:pt>
    <dgm:pt modelId="{6C68DE3B-93BC-40E7-817B-4AA4D17EAD23}" type="sibTrans" cxnId="{194DE003-805A-47CB-B0E2-4C3F411A29D3}">
      <dgm:prSet/>
      <dgm:spPr/>
      <dgm:t>
        <a:bodyPr/>
        <a:lstStyle/>
        <a:p>
          <a:endParaRPr lang="en-US"/>
        </a:p>
      </dgm:t>
    </dgm:pt>
    <dgm:pt modelId="{E53791DF-AD8A-4A68-8FDB-58F3B769E49F}" type="pres">
      <dgm:prSet presAssocID="{9283CEBF-89F4-4FE3-A39A-577820E40014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8041971F-2864-4253-9E52-8F8D3605230F}" type="pres">
      <dgm:prSet presAssocID="{B14AA610-4378-4C1E-9658-43FBDBDB93EA}" presName="singleCycle" presStyleCnt="0"/>
      <dgm:spPr/>
    </dgm:pt>
    <dgm:pt modelId="{5C20C918-676C-4C29-B067-67E5BBFC14DC}" type="pres">
      <dgm:prSet presAssocID="{B14AA610-4378-4C1E-9658-43FBDBDB93EA}" presName="singleCenter" presStyleLbl="node1" presStyleIdx="0" presStyleCnt="4" custScaleX="291537" custLinFactNeighborX="-4517" custLinFactNeighborY="-17752">
        <dgm:presLayoutVars>
          <dgm:chMax val="7"/>
          <dgm:chPref val="7"/>
        </dgm:presLayoutVars>
      </dgm:prSet>
      <dgm:spPr/>
      <dgm:t>
        <a:bodyPr/>
        <a:lstStyle/>
        <a:p>
          <a:endParaRPr lang="en-US"/>
        </a:p>
      </dgm:t>
    </dgm:pt>
    <dgm:pt modelId="{BB7BE2C2-3865-4B99-AB0C-C3F639A0F4EB}" type="pres">
      <dgm:prSet presAssocID="{A585FD90-82BB-4873-926B-B8F084D7269E}" presName="Name56" presStyleLbl="parChTrans1D2" presStyleIdx="0" presStyleCnt="3"/>
      <dgm:spPr/>
      <dgm:t>
        <a:bodyPr/>
        <a:lstStyle/>
        <a:p>
          <a:endParaRPr lang="en-US"/>
        </a:p>
      </dgm:t>
    </dgm:pt>
    <dgm:pt modelId="{993E9160-BD28-4CA2-8522-FC340916781D}" type="pres">
      <dgm:prSet presAssocID="{6327AE39-091A-48F9-A98D-4E6E110666D2}" presName="text0" presStyleLbl="node1" presStyleIdx="1" presStyleCnt="4" custScaleX="458685" custRadScaleRad="112157" custRadScaleInc="-89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C39041-9CAC-4E8A-88C7-6EC33ADFA4BB}" type="pres">
      <dgm:prSet presAssocID="{06D0BB5A-E6F5-4E9F-AC66-AE9810AD195E}" presName="Name56" presStyleLbl="parChTrans1D2" presStyleIdx="1" presStyleCnt="3"/>
      <dgm:spPr/>
      <dgm:t>
        <a:bodyPr/>
        <a:lstStyle/>
        <a:p>
          <a:endParaRPr lang="en-US"/>
        </a:p>
      </dgm:t>
    </dgm:pt>
    <dgm:pt modelId="{741B99CF-8755-4B58-8DDB-42B7CEA45F77}" type="pres">
      <dgm:prSet presAssocID="{4EC48776-F1E7-4073-97AA-ECD1541B34F3}" presName="text0" presStyleLbl="node1" presStyleIdx="2" presStyleCnt="4" custScaleX="349229" custRadScaleRad="101538" custRadScaleInc="313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0C3EB2-5EA9-4377-B021-51F32EF94941}" type="pres">
      <dgm:prSet presAssocID="{AB630CCF-F444-402A-9CE8-5080E6E305AD}" presName="Name56" presStyleLbl="parChTrans1D2" presStyleIdx="2" presStyleCnt="3"/>
      <dgm:spPr/>
      <dgm:t>
        <a:bodyPr/>
        <a:lstStyle/>
        <a:p>
          <a:endParaRPr lang="en-US"/>
        </a:p>
      </dgm:t>
    </dgm:pt>
    <dgm:pt modelId="{0A10AE0F-F8D4-45A3-9360-E294AB443794}" type="pres">
      <dgm:prSet presAssocID="{E0212BA7-50E1-4EA2-BFE0-2979FE87E1CC}" presName="text0" presStyleLbl="node1" presStyleIdx="3" presStyleCnt="4" custScaleX="381803" custRadScaleRad="104066" custRadScaleInc="-169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B02913C-B108-41E6-BED6-6DBB4254D173}" srcId="{B14AA610-4378-4C1E-9658-43FBDBDB93EA}" destId="{4EC48776-F1E7-4073-97AA-ECD1541B34F3}" srcOrd="1" destOrd="0" parTransId="{06D0BB5A-E6F5-4E9F-AC66-AE9810AD195E}" sibTransId="{785BC6CA-794F-4012-A7B6-8D262FBD0328}"/>
    <dgm:cxn modelId="{350A6FDD-6040-4AFB-8340-5FBA9F125C05}" type="presOf" srcId="{A585FD90-82BB-4873-926B-B8F084D7269E}" destId="{BB7BE2C2-3865-4B99-AB0C-C3F639A0F4EB}" srcOrd="0" destOrd="0" presId="urn:microsoft.com/office/officeart/2008/layout/RadialCluster"/>
    <dgm:cxn modelId="{567A5242-A30E-40A4-96DC-FE73A68E2532}" type="presOf" srcId="{E0212BA7-50E1-4EA2-BFE0-2979FE87E1CC}" destId="{0A10AE0F-F8D4-45A3-9360-E294AB443794}" srcOrd="0" destOrd="0" presId="urn:microsoft.com/office/officeart/2008/layout/RadialCluster"/>
    <dgm:cxn modelId="{194DE003-805A-47CB-B0E2-4C3F411A29D3}" srcId="{B14AA610-4378-4C1E-9658-43FBDBDB93EA}" destId="{E0212BA7-50E1-4EA2-BFE0-2979FE87E1CC}" srcOrd="2" destOrd="0" parTransId="{AB630CCF-F444-402A-9CE8-5080E6E305AD}" sibTransId="{6C68DE3B-93BC-40E7-817B-4AA4D17EAD23}"/>
    <dgm:cxn modelId="{A95D33BE-D9D3-47F5-838A-3ECAFA6D792E}" type="presOf" srcId="{9283CEBF-89F4-4FE3-A39A-577820E40014}" destId="{E53791DF-AD8A-4A68-8FDB-58F3B769E49F}" srcOrd="0" destOrd="0" presId="urn:microsoft.com/office/officeart/2008/layout/RadialCluster"/>
    <dgm:cxn modelId="{BD31236E-DF34-45AE-AC08-A4F30CA4E050}" srcId="{9283CEBF-89F4-4FE3-A39A-577820E40014}" destId="{B14AA610-4378-4C1E-9658-43FBDBDB93EA}" srcOrd="0" destOrd="0" parTransId="{0AD81EDB-B837-4186-B2ED-CDFC93F7E6CA}" sibTransId="{F8D14364-BA56-4D86-81D2-8D40DF2E619D}"/>
    <dgm:cxn modelId="{F8B30AC5-BA53-4FCF-83EA-191294B23DA6}" type="presOf" srcId="{6327AE39-091A-48F9-A98D-4E6E110666D2}" destId="{993E9160-BD28-4CA2-8522-FC340916781D}" srcOrd="0" destOrd="0" presId="urn:microsoft.com/office/officeart/2008/layout/RadialCluster"/>
    <dgm:cxn modelId="{3B5E70DD-B15E-41C4-8737-38F7703B0F42}" type="presOf" srcId="{06D0BB5A-E6F5-4E9F-AC66-AE9810AD195E}" destId="{7CC39041-9CAC-4E8A-88C7-6EC33ADFA4BB}" srcOrd="0" destOrd="0" presId="urn:microsoft.com/office/officeart/2008/layout/RadialCluster"/>
    <dgm:cxn modelId="{5E580D47-BDE5-43EE-8BD6-68AF52C1BA91}" type="presOf" srcId="{B14AA610-4378-4C1E-9658-43FBDBDB93EA}" destId="{5C20C918-676C-4C29-B067-67E5BBFC14DC}" srcOrd="0" destOrd="0" presId="urn:microsoft.com/office/officeart/2008/layout/RadialCluster"/>
    <dgm:cxn modelId="{E7D2AFE9-DDA7-45F3-9BA7-D979467B6390}" type="presOf" srcId="{4EC48776-F1E7-4073-97AA-ECD1541B34F3}" destId="{741B99CF-8755-4B58-8DDB-42B7CEA45F77}" srcOrd="0" destOrd="0" presId="urn:microsoft.com/office/officeart/2008/layout/RadialCluster"/>
    <dgm:cxn modelId="{B3967E5A-405B-468A-9D52-D9AE559063F9}" type="presOf" srcId="{AB630CCF-F444-402A-9CE8-5080E6E305AD}" destId="{5B0C3EB2-5EA9-4377-B021-51F32EF94941}" srcOrd="0" destOrd="0" presId="urn:microsoft.com/office/officeart/2008/layout/RadialCluster"/>
    <dgm:cxn modelId="{BCFA0AB1-467E-453E-9550-CCE971FF7C28}" srcId="{B14AA610-4378-4C1E-9658-43FBDBDB93EA}" destId="{6327AE39-091A-48F9-A98D-4E6E110666D2}" srcOrd="0" destOrd="0" parTransId="{A585FD90-82BB-4873-926B-B8F084D7269E}" sibTransId="{437AF557-C749-48B6-A705-C90AF4CE8469}"/>
    <dgm:cxn modelId="{112EF4B3-AA24-4586-80EC-5BA8BC297648}" type="presParOf" srcId="{E53791DF-AD8A-4A68-8FDB-58F3B769E49F}" destId="{8041971F-2864-4253-9E52-8F8D3605230F}" srcOrd="0" destOrd="0" presId="urn:microsoft.com/office/officeart/2008/layout/RadialCluster"/>
    <dgm:cxn modelId="{D303D28B-024C-4070-B382-A7F259D5F69E}" type="presParOf" srcId="{8041971F-2864-4253-9E52-8F8D3605230F}" destId="{5C20C918-676C-4C29-B067-67E5BBFC14DC}" srcOrd="0" destOrd="0" presId="urn:microsoft.com/office/officeart/2008/layout/RadialCluster"/>
    <dgm:cxn modelId="{8384B89C-4C33-4653-BF09-AD55C9232EFD}" type="presParOf" srcId="{8041971F-2864-4253-9E52-8F8D3605230F}" destId="{BB7BE2C2-3865-4B99-AB0C-C3F639A0F4EB}" srcOrd="1" destOrd="0" presId="urn:microsoft.com/office/officeart/2008/layout/RadialCluster"/>
    <dgm:cxn modelId="{C7BDE286-0F8C-40BC-9A73-8C74DD9A7264}" type="presParOf" srcId="{8041971F-2864-4253-9E52-8F8D3605230F}" destId="{993E9160-BD28-4CA2-8522-FC340916781D}" srcOrd="2" destOrd="0" presId="urn:microsoft.com/office/officeart/2008/layout/RadialCluster"/>
    <dgm:cxn modelId="{2FB92EA9-6D61-40E0-9362-4297F651DE7C}" type="presParOf" srcId="{8041971F-2864-4253-9E52-8F8D3605230F}" destId="{7CC39041-9CAC-4E8A-88C7-6EC33ADFA4BB}" srcOrd="3" destOrd="0" presId="urn:microsoft.com/office/officeart/2008/layout/RadialCluster"/>
    <dgm:cxn modelId="{ACE8EAA7-9A90-43B3-A177-7AF25FEA454C}" type="presParOf" srcId="{8041971F-2864-4253-9E52-8F8D3605230F}" destId="{741B99CF-8755-4B58-8DDB-42B7CEA45F77}" srcOrd="4" destOrd="0" presId="urn:microsoft.com/office/officeart/2008/layout/RadialCluster"/>
    <dgm:cxn modelId="{75D0F29B-55EC-40A8-81C3-C45AB56DC782}" type="presParOf" srcId="{8041971F-2864-4253-9E52-8F8D3605230F}" destId="{5B0C3EB2-5EA9-4377-B021-51F32EF94941}" srcOrd="5" destOrd="0" presId="urn:microsoft.com/office/officeart/2008/layout/RadialCluster"/>
    <dgm:cxn modelId="{D8A3F0C8-B082-42E6-92D8-9ADCC0438A6D}" type="presParOf" srcId="{8041971F-2864-4253-9E52-8F8D3605230F}" destId="{0A10AE0F-F8D4-45A3-9360-E294AB443794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6B3F7F-2BD7-41D8-99C2-F112D95BA441}">
      <dsp:nvSpPr>
        <dsp:cNvPr id="0" name=""/>
        <dsp:cNvSpPr/>
      </dsp:nvSpPr>
      <dsp:spPr>
        <a:xfrm>
          <a:off x="3511296" y="1246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threeDimHist =</a:t>
          </a:r>
          <a:endParaRPr lang="en-US" sz="1500" kern="1200"/>
        </a:p>
      </dsp:txBody>
      <dsp:txXfrm>
        <a:off x="3525291" y="15241"/>
        <a:ext cx="3922218" cy="258690"/>
      </dsp:txXfrm>
    </dsp:sp>
    <dsp:sp modelId="{B5D5ACB1-DAE4-485A-AE08-A202F010EB74}">
      <dsp:nvSpPr>
        <dsp:cNvPr id="0" name=""/>
        <dsp:cNvSpPr/>
      </dsp:nvSpPr>
      <dsp:spPr>
        <a:xfrm>
          <a:off x="3511296" y="302260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102         157        3063</a:t>
          </a:r>
          <a:endParaRPr lang="en-US" sz="1500" kern="1200"/>
        </a:p>
      </dsp:txBody>
      <dsp:txXfrm>
        <a:off x="3525291" y="316255"/>
        <a:ext cx="3922218" cy="258690"/>
      </dsp:txXfrm>
    </dsp:sp>
    <dsp:sp modelId="{46528C82-BD3C-4C84-929D-1B5C6A434F13}">
      <dsp:nvSpPr>
        <dsp:cNvPr id="0" name=""/>
        <dsp:cNvSpPr/>
      </dsp:nvSpPr>
      <dsp:spPr>
        <a:xfrm>
          <a:off x="3511296" y="603274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1093        3499        5928</a:t>
          </a:r>
          <a:endParaRPr lang="en-US" sz="1500" kern="1200"/>
        </a:p>
      </dsp:txBody>
      <dsp:txXfrm>
        <a:off x="3525291" y="617269"/>
        <a:ext cx="3922218" cy="258690"/>
      </dsp:txXfrm>
    </dsp:sp>
    <dsp:sp modelId="{DA1ABCEC-5F4A-435C-B777-343AA0DF2D0D}">
      <dsp:nvSpPr>
        <dsp:cNvPr id="0" name=""/>
        <dsp:cNvSpPr/>
      </dsp:nvSpPr>
      <dsp:spPr>
        <a:xfrm>
          <a:off x="3511296" y="904288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6006        6171        5914</a:t>
          </a:r>
          <a:endParaRPr lang="en-US" sz="1500" kern="1200"/>
        </a:p>
      </dsp:txBody>
      <dsp:txXfrm>
        <a:off x="3525291" y="918283"/>
        <a:ext cx="3922218" cy="258690"/>
      </dsp:txXfrm>
    </dsp:sp>
    <dsp:sp modelId="{CD72CDD6-E7E3-4E2F-BDCB-48B3CBE03833}">
      <dsp:nvSpPr>
        <dsp:cNvPr id="0" name=""/>
        <dsp:cNvSpPr/>
      </dsp:nvSpPr>
      <dsp:spPr>
        <a:xfrm>
          <a:off x="3511296" y="1205303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7456        4224        2955</a:t>
          </a:r>
          <a:endParaRPr lang="en-US" sz="1500" kern="1200"/>
        </a:p>
      </dsp:txBody>
      <dsp:txXfrm>
        <a:off x="3525291" y="1219298"/>
        <a:ext cx="3922218" cy="258690"/>
      </dsp:txXfrm>
    </dsp:sp>
    <dsp:sp modelId="{E4A5C6E8-1B18-4E74-ABC8-FE0546B804D8}">
      <dsp:nvSpPr>
        <dsp:cNvPr id="0" name=""/>
        <dsp:cNvSpPr/>
      </dsp:nvSpPr>
      <dsp:spPr>
        <a:xfrm>
          <a:off x="3511296" y="1506317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5468        2874        1945</a:t>
          </a:r>
          <a:endParaRPr lang="en-US" sz="1500" kern="1200"/>
        </a:p>
      </dsp:txBody>
      <dsp:txXfrm>
        <a:off x="3525291" y="1520312"/>
        <a:ext cx="3922218" cy="258690"/>
      </dsp:txXfrm>
    </dsp:sp>
    <dsp:sp modelId="{1C370566-ED5C-4832-ACA1-28EE5FF4CC7B}">
      <dsp:nvSpPr>
        <dsp:cNvPr id="0" name=""/>
        <dsp:cNvSpPr/>
      </dsp:nvSpPr>
      <dsp:spPr>
        <a:xfrm>
          <a:off x="3511296" y="1807331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6179        2465        1695</a:t>
          </a:r>
          <a:endParaRPr lang="en-US" sz="1500" kern="1200"/>
        </a:p>
      </dsp:txBody>
      <dsp:txXfrm>
        <a:off x="3525291" y="1821326"/>
        <a:ext cx="3922218" cy="258690"/>
      </dsp:txXfrm>
    </dsp:sp>
    <dsp:sp modelId="{497E6161-3EBF-4883-9CF6-766286533433}">
      <dsp:nvSpPr>
        <dsp:cNvPr id="0" name=""/>
        <dsp:cNvSpPr/>
      </dsp:nvSpPr>
      <dsp:spPr>
        <a:xfrm>
          <a:off x="3511296" y="2108345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7756        2864        1968</a:t>
          </a:r>
          <a:endParaRPr lang="en-US" sz="1500" kern="1200"/>
        </a:p>
      </dsp:txBody>
      <dsp:txXfrm>
        <a:off x="3525291" y="2122340"/>
        <a:ext cx="3922218" cy="258690"/>
      </dsp:txXfrm>
    </dsp:sp>
    <dsp:sp modelId="{87D51D04-8863-49DC-8A4E-894D728FC0CF}">
      <dsp:nvSpPr>
        <dsp:cNvPr id="0" name=""/>
        <dsp:cNvSpPr/>
      </dsp:nvSpPr>
      <dsp:spPr>
        <a:xfrm>
          <a:off x="3511296" y="2409359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10188        3977        2315</a:t>
          </a:r>
          <a:endParaRPr lang="en-US" sz="1500" kern="1200"/>
        </a:p>
      </dsp:txBody>
      <dsp:txXfrm>
        <a:off x="3525291" y="2423354"/>
        <a:ext cx="3922218" cy="258690"/>
      </dsp:txXfrm>
    </dsp:sp>
    <dsp:sp modelId="{C5031B70-DE1E-43E7-A858-48A36776C935}">
      <dsp:nvSpPr>
        <dsp:cNvPr id="0" name=""/>
        <dsp:cNvSpPr/>
      </dsp:nvSpPr>
      <dsp:spPr>
        <a:xfrm>
          <a:off x="3511296" y="2710374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6123        6686        3676</a:t>
          </a:r>
          <a:endParaRPr lang="en-US" sz="1500" kern="1200"/>
        </a:p>
      </dsp:txBody>
      <dsp:txXfrm>
        <a:off x="3525291" y="2724369"/>
        <a:ext cx="3922218" cy="258690"/>
      </dsp:txXfrm>
    </dsp:sp>
    <dsp:sp modelId="{AB556EE2-7F2B-4632-84F7-7F9960533B54}">
      <dsp:nvSpPr>
        <dsp:cNvPr id="0" name=""/>
        <dsp:cNvSpPr/>
      </dsp:nvSpPr>
      <dsp:spPr>
        <a:xfrm>
          <a:off x="3511296" y="3011388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2458        6396        5245</a:t>
          </a:r>
          <a:endParaRPr lang="en-US" sz="1500" kern="1200"/>
        </a:p>
      </dsp:txBody>
      <dsp:txXfrm>
        <a:off x="3525291" y="3025383"/>
        <a:ext cx="3922218" cy="258690"/>
      </dsp:txXfrm>
    </dsp:sp>
    <dsp:sp modelId="{993F60AE-41E1-4B08-9C6D-EA6E3DF1F1FE}">
      <dsp:nvSpPr>
        <dsp:cNvPr id="0" name=""/>
        <dsp:cNvSpPr/>
      </dsp:nvSpPr>
      <dsp:spPr>
        <a:xfrm>
          <a:off x="3511296" y="3312402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1598        3511        6016</a:t>
          </a:r>
          <a:endParaRPr lang="en-US" sz="1500" kern="1200"/>
        </a:p>
      </dsp:txBody>
      <dsp:txXfrm>
        <a:off x="3525291" y="3326397"/>
        <a:ext cx="3922218" cy="258690"/>
      </dsp:txXfrm>
    </dsp:sp>
    <dsp:sp modelId="{5AB5E525-59EB-40D4-950C-6A2F81E5BAB2}">
      <dsp:nvSpPr>
        <dsp:cNvPr id="0" name=""/>
        <dsp:cNvSpPr/>
      </dsp:nvSpPr>
      <dsp:spPr>
        <a:xfrm>
          <a:off x="3511296" y="3613416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1351        3423        6691</a:t>
          </a:r>
          <a:endParaRPr lang="en-US" sz="1500" kern="1200"/>
        </a:p>
      </dsp:txBody>
      <dsp:txXfrm>
        <a:off x="3525291" y="3627411"/>
        <a:ext cx="3922218" cy="258690"/>
      </dsp:txXfrm>
    </dsp:sp>
    <dsp:sp modelId="{B3134F01-16B9-489F-B7B5-B374FEE90E14}">
      <dsp:nvSpPr>
        <dsp:cNvPr id="0" name=""/>
        <dsp:cNvSpPr/>
      </dsp:nvSpPr>
      <dsp:spPr>
        <a:xfrm>
          <a:off x="3511296" y="3914430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1442        4549        5257</a:t>
          </a:r>
          <a:endParaRPr lang="en-US" sz="1500" kern="1200"/>
        </a:p>
      </dsp:txBody>
      <dsp:txXfrm>
        <a:off x="3525291" y="3928425"/>
        <a:ext cx="3922218" cy="258690"/>
      </dsp:txXfrm>
    </dsp:sp>
    <dsp:sp modelId="{8F263DCD-FC7F-4C3E-B70A-8DAFBFE715E6}">
      <dsp:nvSpPr>
        <dsp:cNvPr id="0" name=""/>
        <dsp:cNvSpPr/>
      </dsp:nvSpPr>
      <dsp:spPr>
        <a:xfrm>
          <a:off x="3511296" y="4215445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5968       12962       12143</a:t>
          </a:r>
          <a:endParaRPr lang="en-US" sz="1500" kern="1200"/>
        </a:p>
      </dsp:txBody>
      <dsp:txXfrm>
        <a:off x="3525291" y="4229440"/>
        <a:ext cx="3922218" cy="258690"/>
      </dsp:txXfrm>
    </dsp:sp>
    <dsp:sp modelId="{F80A37E8-EDAF-4398-A925-A78DB5EAD54F}">
      <dsp:nvSpPr>
        <dsp:cNvPr id="0" name=""/>
        <dsp:cNvSpPr/>
      </dsp:nvSpPr>
      <dsp:spPr>
        <a:xfrm>
          <a:off x="3511296" y="4516459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2151        1721         724</a:t>
          </a:r>
          <a:endParaRPr lang="en-US" sz="1500" kern="1200"/>
        </a:p>
      </dsp:txBody>
      <dsp:txXfrm>
        <a:off x="3525291" y="4530454"/>
        <a:ext cx="3922218" cy="258690"/>
      </dsp:txXfrm>
    </dsp:sp>
    <dsp:sp modelId="{5DA617B5-D185-45C6-8931-1A9CEB2D46DE}">
      <dsp:nvSpPr>
        <dsp:cNvPr id="0" name=""/>
        <dsp:cNvSpPr/>
      </dsp:nvSpPr>
      <dsp:spPr>
        <a:xfrm>
          <a:off x="3511296" y="4817473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197          57           1</a:t>
          </a:r>
          <a:endParaRPr lang="en-US" sz="1500" kern="1200"/>
        </a:p>
      </dsp:txBody>
      <dsp:txXfrm>
        <a:off x="3525291" y="4831468"/>
        <a:ext cx="3922218" cy="2586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02AA54-D7A9-4CD1-B8B2-253BB42C9A26}">
      <dsp:nvSpPr>
        <dsp:cNvPr id="0" name=""/>
        <dsp:cNvSpPr/>
      </dsp:nvSpPr>
      <dsp:spPr>
        <a:xfrm rot="2561901">
          <a:off x="2429183" y="3364321"/>
          <a:ext cx="727892" cy="55371"/>
        </a:xfrm>
        <a:custGeom>
          <a:avLst/>
          <a:gdLst/>
          <a:ahLst/>
          <a:cxnLst/>
          <a:rect l="0" t="0" r="0" b="0"/>
          <a:pathLst>
            <a:path>
              <a:moveTo>
                <a:pt x="0" y="27685"/>
              </a:moveTo>
              <a:lnTo>
                <a:pt x="727892" y="2768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6FAC72-F182-48B6-9CFD-7E5EB047BBCF}">
      <dsp:nvSpPr>
        <dsp:cNvPr id="0" name=""/>
        <dsp:cNvSpPr/>
      </dsp:nvSpPr>
      <dsp:spPr>
        <a:xfrm>
          <a:off x="2525653" y="2372614"/>
          <a:ext cx="809130" cy="55371"/>
        </a:xfrm>
        <a:custGeom>
          <a:avLst/>
          <a:gdLst/>
          <a:ahLst/>
          <a:cxnLst/>
          <a:rect l="0" t="0" r="0" b="0"/>
          <a:pathLst>
            <a:path>
              <a:moveTo>
                <a:pt x="0" y="27685"/>
              </a:moveTo>
              <a:lnTo>
                <a:pt x="809130" y="2768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924874-3AE6-44CF-A67F-11B02DA084C3}">
      <dsp:nvSpPr>
        <dsp:cNvPr id="0" name=""/>
        <dsp:cNvSpPr/>
      </dsp:nvSpPr>
      <dsp:spPr>
        <a:xfrm rot="19038099">
          <a:off x="2429183" y="1380906"/>
          <a:ext cx="727892" cy="55371"/>
        </a:xfrm>
        <a:custGeom>
          <a:avLst/>
          <a:gdLst/>
          <a:ahLst/>
          <a:cxnLst/>
          <a:rect l="0" t="0" r="0" b="0"/>
          <a:pathLst>
            <a:path>
              <a:moveTo>
                <a:pt x="0" y="27685"/>
              </a:moveTo>
              <a:lnTo>
                <a:pt x="727892" y="2768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D38DFA-76EE-4C7C-B2F3-FA4239B723A9}">
      <dsp:nvSpPr>
        <dsp:cNvPr id="0" name=""/>
        <dsp:cNvSpPr/>
      </dsp:nvSpPr>
      <dsp:spPr>
        <a:xfrm>
          <a:off x="565096" y="1247030"/>
          <a:ext cx="2306538" cy="230653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B2EFE38-4B21-4314-B66E-C85AB4EEF647}">
      <dsp:nvSpPr>
        <dsp:cNvPr id="0" name=""/>
        <dsp:cNvSpPr/>
      </dsp:nvSpPr>
      <dsp:spPr>
        <a:xfrm>
          <a:off x="2877191" y="579"/>
          <a:ext cx="1383922" cy="138392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Karina</a:t>
          </a:r>
          <a:endParaRPr lang="en-US" sz="2600" kern="1200" dirty="0"/>
        </a:p>
      </dsp:txBody>
      <dsp:txXfrm>
        <a:off x="3079862" y="203250"/>
        <a:ext cx="978580" cy="978580"/>
      </dsp:txXfrm>
    </dsp:sp>
    <dsp:sp modelId="{CF04A532-2977-47F1-8117-EB1B8C84ECA0}">
      <dsp:nvSpPr>
        <dsp:cNvPr id="0" name=""/>
        <dsp:cNvSpPr/>
      </dsp:nvSpPr>
      <dsp:spPr>
        <a:xfrm>
          <a:off x="4399506" y="579"/>
          <a:ext cx="2075884" cy="1383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kern="1200" dirty="0" smtClean="0"/>
            <a:t>Gabor Descriptor</a:t>
          </a:r>
          <a:endParaRPr lang="en-US" sz="3000" kern="1200" dirty="0"/>
        </a:p>
      </dsp:txBody>
      <dsp:txXfrm>
        <a:off x="4399506" y="579"/>
        <a:ext cx="2075884" cy="1383922"/>
      </dsp:txXfrm>
    </dsp:sp>
    <dsp:sp modelId="{2EC39277-9C69-452F-AF41-1E540A396B36}">
      <dsp:nvSpPr>
        <dsp:cNvPr id="0" name=""/>
        <dsp:cNvSpPr/>
      </dsp:nvSpPr>
      <dsp:spPr>
        <a:xfrm>
          <a:off x="3334784" y="1708338"/>
          <a:ext cx="1383922" cy="138392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err="1" smtClean="0"/>
            <a:t>Piter</a:t>
          </a:r>
          <a:endParaRPr lang="en-US" sz="2600" kern="1200" dirty="0"/>
        </a:p>
      </dsp:txBody>
      <dsp:txXfrm>
        <a:off x="3537455" y="1911009"/>
        <a:ext cx="978580" cy="978580"/>
      </dsp:txXfrm>
    </dsp:sp>
    <dsp:sp modelId="{8045721D-9AAB-4223-8FAA-29E5E4328565}">
      <dsp:nvSpPr>
        <dsp:cNvPr id="0" name=""/>
        <dsp:cNvSpPr/>
      </dsp:nvSpPr>
      <dsp:spPr>
        <a:xfrm>
          <a:off x="4857099" y="1708338"/>
          <a:ext cx="2075884" cy="1383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kern="1200" dirty="0" smtClean="0"/>
            <a:t>Color Histograms Descriptor</a:t>
          </a:r>
          <a:endParaRPr lang="en-US" sz="3000" kern="1200" dirty="0"/>
        </a:p>
      </dsp:txBody>
      <dsp:txXfrm>
        <a:off x="4857099" y="1708338"/>
        <a:ext cx="2075884" cy="1383922"/>
      </dsp:txXfrm>
    </dsp:sp>
    <dsp:sp modelId="{0C724EFE-90C1-4BA7-BEEC-DEF2BB7ED7C7}">
      <dsp:nvSpPr>
        <dsp:cNvPr id="0" name=""/>
        <dsp:cNvSpPr/>
      </dsp:nvSpPr>
      <dsp:spPr>
        <a:xfrm>
          <a:off x="2877191" y="3416097"/>
          <a:ext cx="1383922" cy="138392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Pauline</a:t>
          </a:r>
          <a:endParaRPr lang="en-US" sz="2600" kern="1200" dirty="0"/>
        </a:p>
      </dsp:txBody>
      <dsp:txXfrm>
        <a:off x="3079862" y="3618768"/>
        <a:ext cx="978580" cy="978580"/>
      </dsp:txXfrm>
    </dsp:sp>
    <dsp:sp modelId="{63428DAC-9474-4812-9A2C-105C299203F1}">
      <dsp:nvSpPr>
        <dsp:cNvPr id="0" name=""/>
        <dsp:cNvSpPr/>
      </dsp:nvSpPr>
      <dsp:spPr>
        <a:xfrm>
          <a:off x="4399506" y="3416097"/>
          <a:ext cx="2075884" cy="1383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kern="1200" dirty="0" smtClean="0"/>
            <a:t>Centrist Descriptor</a:t>
          </a:r>
          <a:endParaRPr lang="en-US" sz="3000" kern="1200" dirty="0"/>
        </a:p>
      </dsp:txBody>
      <dsp:txXfrm>
        <a:off x="4399506" y="3416097"/>
        <a:ext cx="2075884" cy="138392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20C918-676C-4C29-B067-67E5BBFC14DC}">
      <dsp:nvSpPr>
        <dsp:cNvPr id="0" name=""/>
        <dsp:cNvSpPr/>
      </dsp:nvSpPr>
      <dsp:spPr>
        <a:xfrm>
          <a:off x="1529022" y="1447779"/>
          <a:ext cx="4198657" cy="14401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0" tIns="88900" rIns="88900" bIns="8890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SCENE CATEGORIES</a:t>
          </a:r>
          <a:endParaRPr lang="en-US" sz="3500" kern="1200" dirty="0"/>
        </a:p>
      </dsp:txBody>
      <dsp:txXfrm>
        <a:off x="1599326" y="1518083"/>
        <a:ext cx="4058049" cy="1299572"/>
      </dsp:txXfrm>
    </dsp:sp>
    <dsp:sp modelId="{BB7BE2C2-3865-4B99-AB0C-C3F639A0F4EB}">
      <dsp:nvSpPr>
        <dsp:cNvPr id="0" name=""/>
        <dsp:cNvSpPr/>
      </dsp:nvSpPr>
      <dsp:spPr>
        <a:xfrm rot="16136639">
          <a:off x="3369167" y="1206360"/>
          <a:ext cx="48292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82920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3E9160-BD28-4CA2-8522-FC340916781D}">
      <dsp:nvSpPr>
        <dsp:cNvPr id="0" name=""/>
        <dsp:cNvSpPr/>
      </dsp:nvSpPr>
      <dsp:spPr>
        <a:xfrm>
          <a:off x="1384311" y="21"/>
          <a:ext cx="4425946" cy="9649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Gabor  -  Adds better texture </a:t>
          </a:r>
          <a:endParaRPr lang="en-US" sz="2700" kern="1200" dirty="0"/>
        </a:p>
      </dsp:txBody>
      <dsp:txXfrm>
        <a:off x="1431415" y="47125"/>
        <a:ext cx="4331738" cy="870712"/>
      </dsp:txXfrm>
    </dsp:sp>
    <dsp:sp modelId="{7CC39041-9CAC-4E8A-88C7-6EC33ADFA4BB}">
      <dsp:nvSpPr>
        <dsp:cNvPr id="0" name=""/>
        <dsp:cNvSpPr/>
      </dsp:nvSpPr>
      <dsp:spPr>
        <a:xfrm rot="2585752">
          <a:off x="4246010" y="3272780"/>
          <a:ext cx="112648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126489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1B99CF-8755-4B58-8DDB-42B7CEA45F77}">
      <dsp:nvSpPr>
        <dsp:cNvPr id="0" name=""/>
        <dsp:cNvSpPr/>
      </dsp:nvSpPr>
      <dsp:spPr>
        <a:xfrm>
          <a:off x="4051295" y="3657601"/>
          <a:ext cx="3369782" cy="9649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Color Histograms – More Robust to Cluttering &amp; Normalization</a:t>
          </a:r>
          <a:endParaRPr lang="en-US" sz="1900" kern="1200" dirty="0"/>
        </a:p>
      </dsp:txBody>
      <dsp:txXfrm>
        <a:off x="4098399" y="3704705"/>
        <a:ext cx="3275574" cy="870712"/>
      </dsp:txXfrm>
    </dsp:sp>
    <dsp:sp modelId="{5B0C3EB2-5EA9-4377-B021-51F32EF94941}">
      <dsp:nvSpPr>
        <dsp:cNvPr id="0" name=""/>
        <dsp:cNvSpPr/>
      </dsp:nvSpPr>
      <dsp:spPr>
        <a:xfrm rot="7917909">
          <a:off x="2117157" y="3272780"/>
          <a:ext cx="103508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35088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10AE0F-F8D4-45A3-9360-E294AB443794}">
      <dsp:nvSpPr>
        <dsp:cNvPr id="0" name=""/>
        <dsp:cNvSpPr/>
      </dsp:nvSpPr>
      <dsp:spPr>
        <a:xfrm>
          <a:off x="12704" y="3657601"/>
          <a:ext cx="3684095" cy="9649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Centrist – Adds better Visual and Object Recognition</a:t>
          </a:r>
          <a:endParaRPr lang="en-US" sz="2300" kern="1200" dirty="0"/>
        </a:p>
      </dsp:txBody>
      <dsp:txXfrm>
        <a:off x="59808" y="3704705"/>
        <a:ext cx="3589887" cy="8707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CAB2D9-B1CF-4D32-8D09-EF2BAE27DA5D}" type="datetimeFigureOut">
              <a:rPr lang="en-US" smtClean="0"/>
              <a:t>1/24/2013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43F1ED-4E31-4F93-9250-B20DBA42367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CAB2D9-B1CF-4D32-8D09-EF2BAE27DA5D}" type="datetimeFigureOut">
              <a:rPr lang="en-US" smtClean="0"/>
              <a:t>1/24/2013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43F1ED-4E31-4F93-9250-B20DBA4236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CAB2D9-B1CF-4D32-8D09-EF2BAE27DA5D}" type="datetimeFigureOut">
              <a:rPr lang="en-US" smtClean="0"/>
              <a:t>1/24/2013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43F1ED-4E31-4F93-9250-B20DBA42367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CAB2D9-B1CF-4D32-8D09-EF2BAE27DA5D}" type="datetimeFigureOut">
              <a:rPr lang="en-US" smtClean="0"/>
              <a:t>1/24/2013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43F1ED-4E31-4F93-9250-B20DBA4236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CAB2D9-B1CF-4D32-8D09-EF2BAE27DA5D}" type="datetimeFigureOut">
              <a:rPr lang="en-US" smtClean="0"/>
              <a:t>1/24/2013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43F1ED-4E31-4F93-9250-B20DBA4236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CAB2D9-B1CF-4D32-8D09-EF2BAE27DA5D}" type="datetimeFigureOut">
              <a:rPr lang="en-US" smtClean="0"/>
              <a:t>1/24/2013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43F1ED-4E31-4F93-9250-B20DBA4236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CAB2D9-B1CF-4D32-8D09-EF2BAE27DA5D}" type="datetimeFigureOut">
              <a:rPr lang="en-US" smtClean="0"/>
              <a:t>1/24/2013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43F1ED-4E31-4F93-9250-B20DBA42367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CAB2D9-B1CF-4D32-8D09-EF2BAE27DA5D}" type="datetimeFigureOut">
              <a:rPr lang="en-US" smtClean="0"/>
              <a:t>1/24/2013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43F1ED-4E31-4F93-9250-B20DBA4236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CAB2D9-B1CF-4D32-8D09-EF2BAE27DA5D}" type="datetimeFigureOut">
              <a:rPr lang="en-US" smtClean="0"/>
              <a:t>1/24/2013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43F1ED-4E31-4F93-9250-B20DBA42367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CAB2D9-B1CF-4D32-8D09-EF2BAE27DA5D}" type="datetimeFigureOut">
              <a:rPr lang="en-US" smtClean="0"/>
              <a:t>1/24/2013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43F1ED-4E31-4F93-9250-B20DBA4236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CAB2D9-B1CF-4D32-8D09-EF2BAE27DA5D}" type="datetimeFigureOut">
              <a:rPr lang="en-US" smtClean="0"/>
              <a:t>1/24/2013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43F1ED-4E31-4F93-9250-B20DBA4236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8ACAB2D9-B1CF-4D32-8D09-EF2BAE27DA5D}" type="datetimeFigureOut">
              <a:rPr lang="en-US" smtClean="0"/>
              <a:t>1/24/2013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4743F1ED-4E31-4F93-9250-B20DBA423677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Piter</a:t>
            </a:r>
            <a:r>
              <a:rPr lang="en-US" dirty="0" smtClean="0"/>
              <a:t> Garcia</a:t>
            </a:r>
            <a:br>
              <a:rPr lang="en-US" dirty="0" smtClean="0"/>
            </a:br>
            <a:r>
              <a:rPr lang="en-US" dirty="0" smtClean="0"/>
              <a:t>Color Histogram Descriptor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Update Report – Week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977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Done &amp; In Progress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 algn="just">
              <a:buNone/>
            </a:pPr>
            <a:r>
              <a:rPr lang="en" sz="2800" b="1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Formulating Algorithm - Image Representation:</a:t>
            </a:r>
          </a:p>
          <a:p>
            <a:pPr lvl="0" algn="just">
              <a:buNone/>
            </a:pPr>
            <a:r>
              <a:rPr lang="en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In this section we describe the:</a:t>
            </a:r>
          </a:p>
          <a:p>
            <a:pPr lvl="0" algn="just">
              <a:buNone/>
            </a:pPr>
            <a:r>
              <a:rPr lang="en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color feature spaces</a:t>
            </a:r>
          </a:p>
          <a:p>
            <a:pPr lvl="0" algn="just">
              <a:buNone/>
            </a:pPr>
            <a:r>
              <a:rPr lang="en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texture feature spaces </a:t>
            </a:r>
          </a:p>
          <a:p>
            <a:pPr lvl="0" algn="just">
              <a:buNone/>
            </a:pPr>
            <a:r>
              <a:rPr lang="en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representation of distributions (in these spaces).</a:t>
            </a:r>
          </a:p>
          <a:p>
            <a:pPr lvl="0" algn="just">
              <a:buNone/>
            </a:pPr>
            <a:endParaRPr lang="en" sz="1100" dirty="0" smtClean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>
              <a:buNone/>
            </a:pPr>
            <a:endParaRPr lang="en" sz="1100" dirty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>
              <a:buNone/>
            </a:pPr>
            <a:r>
              <a:rPr lang="en" b="1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Color: </a:t>
            </a:r>
          </a:p>
          <a:p>
            <a:pPr lvl="0" algn="just">
              <a:buNone/>
            </a:pPr>
            <a:r>
              <a:rPr lang="en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the perceived differences between individual nearby colors </a:t>
            </a:r>
          </a:p>
          <a:p>
            <a:pPr lvl="0" algn="just">
              <a:buNone/>
            </a:pPr>
            <a:r>
              <a:rPr lang="en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implement the Euclidean distances between the color coordinates. </a:t>
            </a:r>
          </a:p>
          <a:p>
            <a:pPr lvl="0" algn="just">
              <a:buNone/>
            </a:pPr>
            <a:endParaRPr lang="en" sz="1100" dirty="0" smtClean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>
              <a:buNone/>
            </a:pPr>
            <a:endParaRPr lang="en" sz="1100" dirty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>
              <a:buNone/>
            </a:pPr>
            <a:r>
              <a:rPr lang="en" b="1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Texture: </a:t>
            </a:r>
            <a:r>
              <a:rPr lang="en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Color is a purely pointwise property of images;</a:t>
            </a:r>
          </a:p>
          <a:p>
            <a:pPr lvl="0" algn="just">
              <a:buNone/>
            </a:pPr>
            <a:r>
              <a:rPr lang="en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involves a notion of spatial extent, a single point has no texture. </a:t>
            </a:r>
          </a:p>
          <a:p>
            <a:pPr lvl="0" algn="just">
              <a:buNone/>
            </a:pPr>
            <a:r>
              <a:rPr lang="en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Frequency-domain texture descriptors refer instead to the frequency;</a:t>
            </a:r>
          </a:p>
          <a:p>
            <a:pPr lvl="0" algn="just">
              <a:buNone/>
            </a:pPr>
            <a:r>
              <a:rPr lang="en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content in a local neighborhood of the point.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22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 Done &amp; In Progress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algn="just">
              <a:buNone/>
            </a:pPr>
            <a:r>
              <a:rPr lang="en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Obtaining and Analysing Bin Information</a:t>
            </a:r>
          </a:p>
          <a:p>
            <a:pPr lvl="0" algn="just">
              <a:buNone/>
            </a:pPr>
            <a:r>
              <a:rPr lang="en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</a:t>
            </a:r>
            <a:r>
              <a:rPr lang="en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feature selection</a:t>
            </a:r>
          </a:p>
          <a:p>
            <a:pPr lvl="0" algn="just">
              <a:buNone/>
            </a:pPr>
            <a:r>
              <a:rPr lang="en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 - image indexing </a:t>
            </a:r>
          </a:p>
          <a:p>
            <a:pPr lvl="0" algn="just">
              <a:buNone/>
            </a:pPr>
            <a:r>
              <a:rPr lang="en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 - retrieval</a:t>
            </a:r>
          </a:p>
          <a:p>
            <a:pPr lvl="0" algn="just">
              <a:buNone/>
            </a:pPr>
            <a:r>
              <a:rPr lang="en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 - pattern classification </a:t>
            </a:r>
          </a:p>
          <a:p>
            <a:pPr lvl="0" algn="just">
              <a:buNone/>
            </a:pPr>
            <a:r>
              <a:rPr lang="en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 - clustering</a:t>
            </a:r>
            <a:r>
              <a:rPr lang="en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.</a:t>
            </a:r>
          </a:p>
          <a:p>
            <a:pPr lvl="0" algn="just">
              <a:buNone/>
            </a:pPr>
            <a:endParaRPr lang="en" dirty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>
              <a:buNone/>
            </a:pPr>
            <a:r>
              <a:rPr lang="en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Histogram Measure Methods:</a:t>
            </a:r>
          </a:p>
          <a:p>
            <a:pPr lvl="0" algn="just">
              <a:buFontTx/>
              <a:buChar char="-"/>
            </a:pPr>
            <a:r>
              <a:rPr lang="en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Implementation &amp; Comparison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33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Previously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6858000"/>
          </a:xfrm>
        </p:spPr>
      </p:pic>
    </p:spTree>
    <p:extLst>
      <p:ext uri="{BB962C8B-B14F-4D97-AF65-F5344CB8AC3E}">
        <p14:creationId xmlns:p14="http://schemas.microsoft.com/office/powerpoint/2010/main" val="1456473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Combining Histograms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function </a:t>
            </a:r>
            <a:r>
              <a:rPr lang="en-US" dirty="0" err="1"/>
              <a:t>newImg</a:t>
            </a:r>
            <a:r>
              <a:rPr lang="en-US" dirty="0"/>
              <a:t> = rgb2lst(</a:t>
            </a:r>
            <a:r>
              <a:rPr lang="en-US" dirty="0" err="1"/>
              <a:t>img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 err="1"/>
              <a:t>img</a:t>
            </a:r>
            <a:r>
              <a:rPr lang="en-US" dirty="0"/>
              <a:t> = </a:t>
            </a:r>
            <a:r>
              <a:rPr lang="en-US" dirty="0" err="1"/>
              <a:t>imread</a:t>
            </a:r>
            <a:r>
              <a:rPr lang="en-US" dirty="0"/>
              <a:t>('OrangeFlower.jpg</a:t>
            </a:r>
            <a:r>
              <a:rPr lang="en-US" dirty="0" smtClean="0"/>
              <a:t>');</a:t>
            </a:r>
            <a:endParaRPr lang="en-US" dirty="0"/>
          </a:p>
          <a:p>
            <a:r>
              <a:rPr lang="en-US" dirty="0" err="1"/>
              <a:t>newImg</a:t>
            </a:r>
            <a:r>
              <a:rPr lang="en-US" dirty="0"/>
              <a:t> = uint8(zeros(size(</a:t>
            </a:r>
            <a:r>
              <a:rPr lang="en-US" dirty="0" err="1"/>
              <a:t>img</a:t>
            </a:r>
            <a:r>
              <a:rPr lang="en-US" dirty="0"/>
              <a:t>)));</a:t>
            </a:r>
          </a:p>
          <a:p>
            <a:r>
              <a:rPr lang="en-US" dirty="0"/>
              <a:t>alpha = 1</a:t>
            </a:r>
            <a:r>
              <a:rPr lang="en-US" dirty="0" smtClean="0"/>
              <a:t>;</a:t>
            </a:r>
          </a:p>
          <a:p>
            <a:endParaRPr lang="en-US" dirty="0"/>
          </a:p>
          <a:p>
            <a:r>
              <a:rPr lang="en-US" dirty="0" err="1"/>
              <a:t>lstMat</a:t>
            </a:r>
            <a:r>
              <a:rPr lang="en-US" dirty="0"/>
              <a:t> =[ alpha/</a:t>
            </a:r>
            <a:r>
              <a:rPr lang="en-US" dirty="0" err="1"/>
              <a:t>sqrt</a:t>
            </a:r>
            <a:r>
              <a:rPr lang="en-US" dirty="0"/>
              <a:t>(3), alpha/</a:t>
            </a:r>
            <a:r>
              <a:rPr lang="en-US" dirty="0" err="1"/>
              <a:t>sqrt</a:t>
            </a:r>
            <a:r>
              <a:rPr lang="en-US" dirty="0"/>
              <a:t>(3), alpha/</a:t>
            </a:r>
            <a:r>
              <a:rPr lang="en-US" dirty="0" err="1"/>
              <a:t>sqrt</a:t>
            </a:r>
            <a:r>
              <a:rPr lang="en-US" dirty="0"/>
              <a:t>(3); alpha/</a:t>
            </a:r>
            <a:r>
              <a:rPr lang="en-US" dirty="0" err="1"/>
              <a:t>sqrt</a:t>
            </a:r>
            <a:r>
              <a:rPr lang="en-US" dirty="0"/>
              <a:t>(2), 0</a:t>
            </a:r>
            <a:r>
              <a:rPr lang="en-US" dirty="0" smtClean="0"/>
              <a:t>,-</a:t>
            </a:r>
            <a:r>
              <a:rPr lang="en-US" dirty="0"/>
              <a:t>alpha/</a:t>
            </a:r>
            <a:r>
              <a:rPr lang="en-US" dirty="0" err="1"/>
              <a:t>sqrt</a:t>
            </a:r>
            <a:r>
              <a:rPr lang="en-US" dirty="0"/>
              <a:t>(2); alpha/</a:t>
            </a:r>
            <a:r>
              <a:rPr lang="en-US" dirty="0" err="1"/>
              <a:t>sqrt</a:t>
            </a:r>
            <a:r>
              <a:rPr lang="en-US" dirty="0"/>
              <a:t>(6</a:t>
            </a:r>
            <a:r>
              <a:rPr lang="en-US" dirty="0" smtClean="0"/>
              <a:t>), 2*alpha/</a:t>
            </a:r>
            <a:r>
              <a:rPr lang="en-US" dirty="0" err="1" smtClean="0"/>
              <a:t>sqrt</a:t>
            </a:r>
            <a:r>
              <a:rPr lang="en-US" dirty="0" smtClean="0"/>
              <a:t>(6</a:t>
            </a:r>
            <a:r>
              <a:rPr lang="en-US" dirty="0"/>
              <a:t>), alpha/</a:t>
            </a:r>
            <a:r>
              <a:rPr lang="en-US" dirty="0" err="1"/>
              <a:t>sqrt</a:t>
            </a:r>
            <a:r>
              <a:rPr lang="en-US" dirty="0"/>
              <a:t>(6)];</a:t>
            </a:r>
          </a:p>
          <a:p>
            <a:r>
              <a:rPr lang="en-US" dirty="0" smtClean="0"/>
              <a:t>%slow but </a:t>
            </a:r>
            <a:r>
              <a:rPr lang="en-US" dirty="0"/>
              <a:t>steady</a:t>
            </a:r>
          </a:p>
          <a:p>
            <a:r>
              <a:rPr lang="en-US" dirty="0"/>
              <a:t>for </a:t>
            </a:r>
            <a:r>
              <a:rPr lang="en-US" dirty="0" err="1"/>
              <a:t>rowi</a:t>
            </a:r>
            <a:r>
              <a:rPr lang="en-US" dirty="0"/>
              <a:t> = 1:(size(img,1))</a:t>
            </a:r>
          </a:p>
          <a:p>
            <a:r>
              <a:rPr lang="en-US" dirty="0"/>
              <a:t>    for coli = 1:(size(img,2))</a:t>
            </a:r>
          </a:p>
          <a:p>
            <a:r>
              <a:rPr lang="en-US" dirty="0"/>
              <a:t>     alpha = 255/max([</a:t>
            </a:r>
            <a:r>
              <a:rPr lang="en-US" dirty="0" err="1"/>
              <a:t>img</a:t>
            </a:r>
            <a:r>
              <a:rPr lang="en-US" dirty="0"/>
              <a:t>(rowi,coli,1),</a:t>
            </a:r>
            <a:r>
              <a:rPr lang="en-US" dirty="0" err="1"/>
              <a:t>img</a:t>
            </a:r>
            <a:r>
              <a:rPr lang="en-US" dirty="0"/>
              <a:t>(rowi,coli,2),</a:t>
            </a:r>
            <a:r>
              <a:rPr lang="en-US" dirty="0" err="1"/>
              <a:t>img</a:t>
            </a:r>
            <a:r>
              <a:rPr lang="en-US" dirty="0"/>
              <a:t>(rowi,coli,3)]);</a:t>
            </a:r>
          </a:p>
          <a:p>
            <a:r>
              <a:rPr lang="en-US" dirty="0"/>
              <a:t>     </a:t>
            </a:r>
            <a:r>
              <a:rPr lang="en-US" dirty="0" err="1" smtClean="0"/>
              <a:t>IstMat</a:t>
            </a:r>
            <a:r>
              <a:rPr lang="en-US" dirty="0" smtClean="0"/>
              <a:t> </a:t>
            </a:r>
            <a:r>
              <a:rPr lang="en-US" dirty="0"/>
              <a:t>=[ alpha/</a:t>
            </a:r>
            <a:r>
              <a:rPr lang="en-US" dirty="0" err="1"/>
              <a:t>sqrt</a:t>
            </a:r>
            <a:r>
              <a:rPr lang="en-US" dirty="0"/>
              <a:t>(3), alpha/</a:t>
            </a:r>
            <a:r>
              <a:rPr lang="en-US" dirty="0" err="1"/>
              <a:t>sqrt</a:t>
            </a:r>
            <a:r>
              <a:rPr lang="en-US" dirty="0"/>
              <a:t>(3), alpha/</a:t>
            </a:r>
            <a:r>
              <a:rPr lang="en-US" dirty="0" err="1"/>
              <a:t>sqrt</a:t>
            </a:r>
            <a:r>
              <a:rPr lang="en-US" dirty="0"/>
              <a:t>(3);alpha/</a:t>
            </a:r>
            <a:r>
              <a:rPr lang="en-US" dirty="0" err="1"/>
              <a:t>sqrt</a:t>
            </a:r>
            <a:r>
              <a:rPr lang="en-US" dirty="0"/>
              <a:t>(2</a:t>
            </a:r>
            <a:r>
              <a:rPr lang="en-US" dirty="0" smtClean="0"/>
              <a:t>), </a:t>
            </a:r>
            <a:r>
              <a:rPr lang="en-US" dirty="0"/>
              <a:t>0, -alpha/</a:t>
            </a:r>
            <a:r>
              <a:rPr lang="en-US" dirty="0" err="1"/>
              <a:t>sqrt</a:t>
            </a:r>
            <a:r>
              <a:rPr lang="en-US" dirty="0"/>
              <a:t>(2); </a:t>
            </a:r>
            <a:r>
              <a:rPr lang="en-US" dirty="0" smtClean="0"/>
              <a:t>alpha/</a:t>
            </a:r>
            <a:r>
              <a:rPr lang="en-US" dirty="0" err="1" smtClean="0"/>
              <a:t>sqrt</a:t>
            </a:r>
            <a:r>
              <a:rPr lang="en-US" dirty="0" smtClean="0"/>
              <a:t>(6), 2*alpha/</a:t>
            </a:r>
            <a:r>
              <a:rPr lang="en-US" dirty="0" err="1" smtClean="0"/>
              <a:t>sqrt</a:t>
            </a:r>
            <a:r>
              <a:rPr lang="en-US" dirty="0" smtClean="0"/>
              <a:t>(6</a:t>
            </a:r>
            <a:r>
              <a:rPr lang="en-US" dirty="0"/>
              <a:t>), alpha/</a:t>
            </a:r>
            <a:r>
              <a:rPr lang="en-US" dirty="0" err="1"/>
              <a:t>sqrt</a:t>
            </a:r>
            <a:r>
              <a:rPr lang="en-US" dirty="0"/>
              <a:t>(6)];</a:t>
            </a:r>
          </a:p>
          <a:p>
            <a:r>
              <a:rPr lang="en-US" dirty="0" err="1" smtClean="0"/>
              <a:t>newImg</a:t>
            </a:r>
            <a:r>
              <a:rPr lang="en-US" dirty="0" smtClean="0"/>
              <a:t>(</a:t>
            </a:r>
            <a:r>
              <a:rPr lang="en-US" dirty="0" err="1" smtClean="0"/>
              <a:t>rowi</a:t>
            </a:r>
            <a:r>
              <a:rPr lang="en-US" dirty="0" smtClean="0"/>
              <a:t>, coli</a:t>
            </a:r>
            <a:r>
              <a:rPr lang="en-US" dirty="0"/>
              <a:t>,:) </a:t>
            </a:r>
            <a:r>
              <a:rPr lang="en-US" dirty="0" smtClean="0"/>
              <a:t>= uint8(double(</a:t>
            </a:r>
            <a:r>
              <a:rPr lang="en-US" dirty="0" err="1" smtClean="0"/>
              <a:t>lstMat</a:t>
            </a:r>
            <a:r>
              <a:rPr lang="en-US" dirty="0"/>
              <a:t>)*double([</a:t>
            </a:r>
            <a:r>
              <a:rPr lang="en-US" dirty="0" err="1"/>
              <a:t>img</a:t>
            </a:r>
            <a:r>
              <a:rPr lang="en-US" dirty="0"/>
              <a:t>(rowi,coli,1</a:t>
            </a:r>
            <a:r>
              <a:rPr lang="en-US" dirty="0" smtClean="0"/>
              <a:t>);</a:t>
            </a:r>
            <a:r>
              <a:rPr lang="en-US" dirty="0" err="1" smtClean="0"/>
              <a:t>img</a:t>
            </a:r>
            <a:r>
              <a:rPr lang="en-US" dirty="0" smtClean="0"/>
              <a:t>(rowi,coli,2);</a:t>
            </a:r>
            <a:r>
              <a:rPr lang="en-US" dirty="0" err="1" smtClean="0"/>
              <a:t>img</a:t>
            </a:r>
            <a:r>
              <a:rPr lang="en-US" dirty="0" smtClean="0"/>
              <a:t>(rowi,coli,3)]));</a:t>
            </a:r>
          </a:p>
          <a:p>
            <a:r>
              <a:rPr lang="en-US" dirty="0" smtClean="0"/>
              <a:t>    </a:t>
            </a:r>
            <a:r>
              <a:rPr lang="en-US" dirty="0"/>
              <a:t>end</a:t>
            </a:r>
          </a:p>
          <a:p>
            <a:r>
              <a:rPr lang="en-US" dirty="0"/>
              <a:t>end</a:t>
            </a:r>
          </a:p>
          <a:p>
            <a:r>
              <a:rPr lang="en-US" dirty="0"/>
              <a:t>        </a:t>
            </a:r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732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" y="-76200"/>
            <a:ext cx="9137074" cy="699483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43497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55"/>
            <a:ext cx="9123218" cy="679224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106595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Combining Histograms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function </a:t>
            </a:r>
            <a:r>
              <a:rPr lang="en-US" dirty="0" err="1"/>
              <a:t>threeDimHist</a:t>
            </a:r>
            <a:r>
              <a:rPr lang="en-US" dirty="0"/>
              <a:t> = </a:t>
            </a:r>
            <a:r>
              <a:rPr lang="en-US" dirty="0" err="1"/>
              <a:t>rgbhist</a:t>
            </a:r>
            <a:r>
              <a:rPr lang="en-US" dirty="0"/>
              <a:t>(</a:t>
            </a:r>
            <a:r>
              <a:rPr lang="en-US" dirty="0" err="1"/>
              <a:t>I,show</a:t>
            </a:r>
            <a:r>
              <a:rPr lang="en-US" dirty="0"/>
              <a:t>)</a:t>
            </a:r>
          </a:p>
          <a:p>
            <a:r>
              <a:rPr lang="en-US" dirty="0"/>
              <a:t>%RGBHIST   Histogram of RGB values.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if (size(I, 3) ~= 3)</a:t>
            </a:r>
          </a:p>
          <a:p>
            <a:r>
              <a:rPr lang="en-US" dirty="0"/>
              <a:t>    error('</a:t>
            </a:r>
            <a:r>
              <a:rPr lang="en-US" dirty="0" err="1"/>
              <a:t>rgbhist:numberOfSamples</a:t>
            </a:r>
            <a:r>
              <a:rPr lang="en-US" dirty="0"/>
              <a:t>', 'Input image must be RGB.')</a:t>
            </a:r>
          </a:p>
          <a:p>
            <a:r>
              <a:rPr lang="en-US" dirty="0"/>
              <a:t>end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%change manually</a:t>
            </a:r>
          </a:p>
          <a:p>
            <a:r>
              <a:rPr lang="en-US" dirty="0" err="1"/>
              <a:t>nBins</a:t>
            </a:r>
            <a:r>
              <a:rPr lang="en-US" dirty="0"/>
              <a:t> = 16;</a:t>
            </a:r>
          </a:p>
          <a:p>
            <a:r>
              <a:rPr lang="en-US" dirty="0"/>
              <a:t> </a:t>
            </a:r>
          </a:p>
          <a:p>
            <a:r>
              <a:rPr lang="en-US" dirty="0" err="1"/>
              <a:t>rHist</a:t>
            </a:r>
            <a:r>
              <a:rPr lang="en-US" dirty="0"/>
              <a:t> = </a:t>
            </a:r>
            <a:r>
              <a:rPr lang="en-US" dirty="0" err="1"/>
              <a:t>imhist</a:t>
            </a:r>
            <a:r>
              <a:rPr lang="en-US" dirty="0"/>
              <a:t>(I(:,:,1), </a:t>
            </a:r>
            <a:r>
              <a:rPr lang="en-US" dirty="0" err="1"/>
              <a:t>nBins</a:t>
            </a:r>
            <a:r>
              <a:rPr lang="en-US" dirty="0"/>
              <a:t>);</a:t>
            </a:r>
          </a:p>
          <a:p>
            <a:r>
              <a:rPr lang="en-US" dirty="0" err="1"/>
              <a:t>gHist</a:t>
            </a:r>
            <a:r>
              <a:rPr lang="en-US" dirty="0"/>
              <a:t> = </a:t>
            </a:r>
            <a:r>
              <a:rPr lang="en-US" dirty="0" err="1"/>
              <a:t>imhist</a:t>
            </a:r>
            <a:r>
              <a:rPr lang="en-US" dirty="0"/>
              <a:t>(I(:,:,2), </a:t>
            </a:r>
            <a:r>
              <a:rPr lang="en-US" dirty="0" err="1"/>
              <a:t>nBins</a:t>
            </a:r>
            <a:r>
              <a:rPr lang="en-US" dirty="0"/>
              <a:t>);</a:t>
            </a:r>
          </a:p>
          <a:p>
            <a:r>
              <a:rPr lang="en-US" dirty="0" err="1"/>
              <a:t>bHist</a:t>
            </a:r>
            <a:r>
              <a:rPr lang="en-US" dirty="0"/>
              <a:t> = </a:t>
            </a:r>
            <a:r>
              <a:rPr lang="en-US" dirty="0" err="1"/>
              <a:t>imhist</a:t>
            </a:r>
            <a:r>
              <a:rPr lang="en-US" dirty="0"/>
              <a:t>(I(:,:,3), </a:t>
            </a:r>
            <a:r>
              <a:rPr lang="en-US" dirty="0" err="1"/>
              <a:t>nBins</a:t>
            </a:r>
            <a:r>
              <a:rPr lang="en-US" dirty="0"/>
              <a:t>);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66749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lang="en-US" dirty="0"/>
          </a:p>
          <a:p>
            <a:r>
              <a:rPr lang="en-US" dirty="0" err="1"/>
              <a:t>threeDimHist</a:t>
            </a:r>
            <a:r>
              <a:rPr lang="en-US" dirty="0"/>
              <a:t> = cat(2,rHist, </a:t>
            </a:r>
            <a:r>
              <a:rPr lang="en-US" dirty="0" err="1"/>
              <a:t>gHist</a:t>
            </a:r>
            <a:r>
              <a:rPr lang="en-US" dirty="0"/>
              <a:t>);</a:t>
            </a:r>
          </a:p>
          <a:p>
            <a:r>
              <a:rPr lang="en-US" dirty="0" err="1"/>
              <a:t>threeDimHist</a:t>
            </a:r>
            <a:r>
              <a:rPr lang="en-US" dirty="0"/>
              <a:t> = cat(2,threeDimHist, </a:t>
            </a:r>
            <a:r>
              <a:rPr lang="en-US" dirty="0" err="1"/>
              <a:t>bHist</a:t>
            </a:r>
            <a:r>
              <a:rPr lang="en-US" dirty="0"/>
              <a:t>);</a:t>
            </a:r>
          </a:p>
          <a:p>
            <a:r>
              <a:rPr lang="en-US" dirty="0"/>
              <a:t>%</a:t>
            </a:r>
            <a:r>
              <a:rPr lang="en-US" dirty="0" err="1"/>
              <a:t>varargout</a:t>
            </a:r>
            <a:r>
              <a:rPr lang="en-US" dirty="0"/>
              <a:t> = </a:t>
            </a:r>
            <a:r>
              <a:rPr lang="en-US" dirty="0" err="1"/>
              <a:t>rHist</a:t>
            </a:r>
            <a:r>
              <a:rPr lang="en-US" dirty="0"/>
              <a:t>;</a:t>
            </a:r>
          </a:p>
          <a:p>
            <a:r>
              <a:rPr lang="en-US" dirty="0"/>
              <a:t> </a:t>
            </a:r>
          </a:p>
          <a:p>
            <a:r>
              <a:rPr lang="en-US" dirty="0" smtClean="0"/>
              <a:t>if(show </a:t>
            </a:r>
            <a:r>
              <a:rPr lang="en-US" dirty="0"/>
              <a:t>== true)</a:t>
            </a:r>
          </a:p>
          <a:p>
            <a:r>
              <a:rPr lang="en-US" dirty="0"/>
              <a:t>    figure;</a:t>
            </a:r>
          </a:p>
          <a:p>
            <a:r>
              <a:rPr lang="en-US" dirty="0"/>
              <a:t>    hold on</a:t>
            </a:r>
          </a:p>
          <a:p>
            <a:r>
              <a:rPr lang="en-US" dirty="0"/>
              <a:t>    stem(1:nBins, </a:t>
            </a:r>
            <a:r>
              <a:rPr lang="en-US" dirty="0" err="1"/>
              <a:t>rHist</a:t>
            </a:r>
            <a:r>
              <a:rPr lang="en-US" dirty="0"/>
              <a:t>,'-r');</a:t>
            </a:r>
          </a:p>
          <a:p>
            <a:r>
              <a:rPr lang="en-US" dirty="0"/>
              <a:t>    stem(1:nBins + 1/3, </a:t>
            </a:r>
            <a:r>
              <a:rPr lang="en-US" dirty="0" err="1"/>
              <a:t>gHist</a:t>
            </a:r>
            <a:r>
              <a:rPr lang="en-US" dirty="0"/>
              <a:t>,'-g');</a:t>
            </a:r>
          </a:p>
          <a:p>
            <a:r>
              <a:rPr lang="en-US" dirty="0"/>
              <a:t>    stem(1:nBins + 2/3, </a:t>
            </a:r>
            <a:r>
              <a:rPr lang="en-US" dirty="0" err="1"/>
              <a:t>bHist</a:t>
            </a:r>
            <a:r>
              <a:rPr lang="en-US" dirty="0"/>
              <a:t>,'-b');</a:t>
            </a:r>
          </a:p>
          <a:p>
            <a:r>
              <a:rPr lang="en-US" dirty="0"/>
              <a:t>    hold off</a:t>
            </a:r>
          </a:p>
          <a:p>
            <a:r>
              <a:rPr lang="en-US" dirty="0" smtClean="0"/>
              <a:t>end</a:t>
            </a:r>
            <a:r>
              <a:rPr lang="en-US" dirty="0"/>
              <a:t>;</a:t>
            </a:r>
          </a:p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867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4" y="0"/>
            <a:ext cx="9130145" cy="684414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829225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4520" y="76200"/>
            <a:ext cx="5669280" cy="1143000"/>
          </a:xfrm>
        </p:spPr>
        <p:txBody>
          <a:bodyPr/>
          <a:lstStyle/>
          <a:p>
            <a:r>
              <a:rPr lang="en-US" dirty="0" smtClean="0"/>
              <a:t>Bin Info &amp; Comparison</a:t>
            </a:r>
            <a:endParaRPr lang="en-US" dirty="0"/>
          </a:p>
        </p:txBody>
      </p:sp>
      <p:graphicFrame>
        <p:nvGraphicFramePr>
          <p:cNvPr id="48" name="Content Placeholder 4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0020073"/>
              </p:ext>
            </p:extLst>
          </p:nvPr>
        </p:nvGraphicFramePr>
        <p:xfrm>
          <a:off x="-990600" y="1295400"/>
          <a:ext cx="10972800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4713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Testing Methods and Comparison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555992" cy="4800600"/>
          </a:xfrm>
        </p:spPr>
        <p:txBody>
          <a:bodyPr>
            <a:normAutofit fontScale="62500" lnSpcReduction="20000"/>
          </a:bodyPr>
          <a:lstStyle/>
          <a:p>
            <a:pPr marL="82296" indent="0">
              <a:buNone/>
            </a:pPr>
            <a:r>
              <a:rPr lang="en-US" dirty="0">
                <a:solidFill>
                  <a:srgbClr val="0000FF"/>
                </a:solidFill>
                <a:latin typeface="Courier New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 d = </a:t>
            </a:r>
            <a:r>
              <a:rPr lang="en-US" dirty="0" err="1">
                <a:solidFill>
                  <a:srgbClr val="000000"/>
                </a:solidFill>
                <a:latin typeface="Courier New"/>
              </a:rPr>
              <a:t>CommonDist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(X1,X2,dist_type)</a:t>
            </a:r>
          </a:p>
          <a:p>
            <a:pPr marL="82296" indent="0">
              <a:buNone/>
            </a:pPr>
            <a:r>
              <a:rPr lang="en-US" dirty="0" smtClean="0">
                <a:solidFill>
                  <a:srgbClr val="228B22"/>
                </a:solidFill>
                <a:latin typeface="Courier New"/>
              </a:rPr>
              <a:t> </a:t>
            </a:r>
            <a:endParaRPr lang="en-US" dirty="0">
              <a:solidFill>
                <a:srgbClr val="228B22"/>
              </a:solidFill>
              <a:latin typeface="Courier New"/>
            </a:endParaRPr>
          </a:p>
          <a:p>
            <a:pPr marL="82296" indent="0">
              <a:buNone/>
            </a:pPr>
            <a:r>
              <a:rPr lang="en-US" dirty="0">
                <a:solidFill>
                  <a:srgbClr val="0000FF"/>
                </a:solidFill>
                <a:latin typeface="Courier New"/>
              </a:rPr>
              <a:t>switch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/>
              </a:rPr>
              <a:t>dist_type</a:t>
            </a:r>
            <a:endParaRPr lang="en-US" dirty="0">
              <a:solidFill>
                <a:srgbClr val="000000"/>
              </a:solidFill>
              <a:latin typeface="Courier New"/>
            </a:endParaRPr>
          </a:p>
          <a:p>
            <a:pPr marL="82296" indent="0"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urier New"/>
              </a:rPr>
              <a:t>case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dirty="0">
                <a:solidFill>
                  <a:srgbClr val="A020F0"/>
                </a:solidFill>
                <a:latin typeface="Courier New"/>
              </a:rPr>
              <a:t>'L1'</a:t>
            </a:r>
          </a:p>
          <a:p>
            <a:pPr marL="82296" indent="0"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</a:rPr>
              <a:t>        d = sum(abs(X1-X2));</a:t>
            </a:r>
          </a:p>
          <a:p>
            <a:pPr marL="82296" indent="0"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urier New"/>
              </a:rPr>
              <a:t>case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dirty="0">
                <a:solidFill>
                  <a:srgbClr val="A020F0"/>
                </a:solidFill>
                <a:latin typeface="Courier New"/>
              </a:rPr>
              <a:t>'HI'</a:t>
            </a:r>
          </a:p>
          <a:p>
            <a:pPr marL="82296" indent="0"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</a:rPr>
              <a:t>        d = sum(min(X1,X2));</a:t>
            </a:r>
          </a:p>
          <a:p>
            <a:pPr marL="82296" indent="0"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urier New"/>
              </a:rPr>
              <a:t>case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dirty="0">
                <a:solidFill>
                  <a:srgbClr val="A020F0"/>
                </a:solidFill>
                <a:latin typeface="Courier New"/>
              </a:rPr>
              <a:t>'Chi-square'</a:t>
            </a:r>
          </a:p>
          <a:p>
            <a:pPr marL="82296" indent="0">
              <a:buNone/>
            </a:pPr>
            <a:r>
              <a:rPr lang="pt-BR" dirty="0">
                <a:solidFill>
                  <a:srgbClr val="000000"/>
                </a:solidFill>
                <a:latin typeface="Courier New"/>
              </a:rPr>
              <a:t>        d = sum(((X1-X2).^2)./((X1+X2)+1e-10));</a:t>
            </a:r>
          </a:p>
          <a:p>
            <a:pPr marL="82296" indent="0"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urier New"/>
              </a:rPr>
              <a:t>case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dirty="0">
                <a:solidFill>
                  <a:srgbClr val="A020F0"/>
                </a:solidFill>
                <a:latin typeface="Courier New"/>
              </a:rPr>
              <a:t>'BRD'</a:t>
            </a:r>
          </a:p>
          <a:p>
            <a:pPr marL="82296" indent="0"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</a:rPr>
              <a:t>        tmp1 = abs(1-X1*X2');</a:t>
            </a:r>
          </a:p>
          <a:p>
            <a:pPr marL="82296" indent="0"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</a:rPr>
              <a:t>        tmp2 = ((X1-X2).^2 + </a:t>
            </a:r>
            <a:r>
              <a:rPr lang="en-US" dirty="0" smtClean="0">
                <a:solidFill>
                  <a:srgbClr val="000000"/>
                </a:solidFill>
                <a:latin typeface="Courier New"/>
              </a:rPr>
              <a:t>		 		  	   2*tmp1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*(X1.*X2))./((X1+X2).^2+1e-10);</a:t>
            </a:r>
          </a:p>
          <a:p>
            <a:pPr marL="82296" indent="0"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</a:rPr>
              <a:t>        d = abs(sum(tmp2));</a:t>
            </a:r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980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Testing Methods and Comparison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82296" indent="0"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dirty="0">
                <a:solidFill>
                  <a:srgbClr val="0000FF"/>
                </a:solidFill>
                <a:latin typeface="Courier New"/>
              </a:rPr>
              <a:t>case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dirty="0">
                <a:solidFill>
                  <a:srgbClr val="A020F0"/>
                </a:solidFill>
                <a:latin typeface="Courier New"/>
              </a:rPr>
              <a:t>'L1-BRD'</a:t>
            </a:r>
          </a:p>
          <a:p>
            <a:pPr marL="82296" indent="0"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</a:rPr>
              <a:t>        tmp1 = abs(1-X1*X2');</a:t>
            </a:r>
          </a:p>
          <a:p>
            <a:pPr marL="82296" indent="0">
              <a:buNone/>
            </a:pPr>
            <a:r>
              <a:rPr lang="pt-BR" dirty="0">
                <a:solidFill>
                  <a:srgbClr val="000000"/>
                </a:solidFill>
                <a:latin typeface="Courier New"/>
              </a:rPr>
              <a:t>        tmp2 = ((X1-X2).^2 + 2*tmp1*(X1.*X2)).*abs(X1-X2)./((X1+X2).^2+1e-10);</a:t>
            </a:r>
          </a:p>
          <a:p>
            <a:pPr marL="82296" indent="0"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</a:rPr>
              <a:t>        d = abs(sum(tmp2));</a:t>
            </a:r>
          </a:p>
          <a:p>
            <a:pPr marL="82296" indent="0"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urier New"/>
              </a:rPr>
              <a:t>case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dirty="0">
                <a:solidFill>
                  <a:srgbClr val="A020F0"/>
                </a:solidFill>
                <a:latin typeface="Courier New"/>
              </a:rPr>
              <a:t>'Chi-square-BRD'</a:t>
            </a:r>
          </a:p>
          <a:p>
            <a:pPr marL="82296" indent="0"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</a:rPr>
              <a:t>        tmp1 = abs(1-X1*X2');</a:t>
            </a:r>
          </a:p>
          <a:p>
            <a:pPr marL="82296" indent="0"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</a:rPr>
              <a:t>        tmp2 = ((X1-X2).^2 + 2*tmp1*(X1.*X2)).*(X1-X2).^2./((X1+X2).^3+1e-10);</a:t>
            </a:r>
          </a:p>
          <a:p>
            <a:pPr marL="82296" indent="0"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</a:rPr>
              <a:t>        d = abs(sum(tmp2));</a:t>
            </a:r>
          </a:p>
          <a:p>
            <a:pPr marL="82296" indent="0"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urier New"/>
              </a:rPr>
              <a:t>otherwise</a:t>
            </a:r>
          </a:p>
          <a:p>
            <a:pPr marL="82296" indent="0"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</a:rPr>
              <a:t>        d = -1;</a:t>
            </a:r>
          </a:p>
          <a:p>
            <a:pPr marL="82296" indent="0"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</a:rPr>
              <a:t>        error(</a:t>
            </a:r>
            <a:r>
              <a:rPr lang="en-US" dirty="0">
                <a:solidFill>
                  <a:srgbClr val="A020F0"/>
                </a:solidFill>
                <a:latin typeface="Courier New"/>
              </a:rPr>
              <a:t>'unknown </a:t>
            </a:r>
            <a:r>
              <a:rPr lang="en-US" dirty="0" err="1">
                <a:solidFill>
                  <a:srgbClr val="A020F0"/>
                </a:solidFill>
                <a:latin typeface="Courier New"/>
              </a:rPr>
              <a:t>dist</a:t>
            </a:r>
            <a:r>
              <a:rPr lang="en-US" dirty="0">
                <a:solidFill>
                  <a:srgbClr val="A020F0"/>
                </a:solidFill>
                <a:latin typeface="Courier New"/>
              </a:rPr>
              <a:t> type!'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);</a:t>
            </a:r>
          </a:p>
          <a:p>
            <a:pPr marL="82296" indent="0">
              <a:buNone/>
            </a:pPr>
            <a:r>
              <a:rPr lang="en-US" dirty="0">
                <a:solidFill>
                  <a:srgbClr val="0000FF"/>
                </a:solidFill>
                <a:latin typeface="Courier New"/>
              </a:rPr>
              <a:t>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570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Comparing Coast &amp; Tall-Building Classes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403" y="1428750"/>
            <a:ext cx="2447925" cy="245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5012" y="1447800"/>
            <a:ext cx="2486025" cy="246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Down Arrow 8"/>
          <p:cNvSpPr/>
          <p:nvPr/>
        </p:nvSpPr>
        <p:spPr>
          <a:xfrm>
            <a:off x="2738870" y="3898755"/>
            <a:ext cx="495300" cy="4446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/>
          <p:cNvSpPr/>
          <p:nvPr/>
        </p:nvSpPr>
        <p:spPr>
          <a:xfrm>
            <a:off x="6743700" y="3898755"/>
            <a:ext cx="495300" cy="4446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5" y="4287984"/>
            <a:ext cx="2466975" cy="250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0" y="4324350"/>
            <a:ext cx="2476500" cy="245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91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873" y="-13855"/>
            <a:ext cx="4655127" cy="3491345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400" y="3429000"/>
            <a:ext cx="4470400" cy="3352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15000" y="762000"/>
            <a:ext cx="2286000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COAST COMBINED HISTOGRAM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1524000" y="4398818"/>
            <a:ext cx="2286000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TALL BUILDING COMBINED HISTOGRAM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100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76200"/>
            <a:ext cx="749808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Comparison of Two Histograms of Different Classes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196651" y="1419918"/>
            <a:ext cx="4746950" cy="5178000"/>
            <a:chOff x="3970484" y="1680000"/>
            <a:chExt cx="3046303" cy="4336199"/>
          </a:xfrm>
        </p:grpSpPr>
        <p:sp>
          <p:nvSpPr>
            <p:cNvPr id="7" name="Freeform 6"/>
            <p:cNvSpPr/>
            <p:nvPr/>
          </p:nvSpPr>
          <p:spPr>
            <a:xfrm>
              <a:off x="4131656" y="1740797"/>
              <a:ext cx="2445025" cy="196603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b="1" kern="1200" dirty="0" smtClean="0">
                  <a:latin typeface="Times New Roman" pitchFamily="18" charset="0"/>
                  <a:cs typeface="Times New Roman" pitchFamily="18" charset="0"/>
                </a:rPr>
                <a:t>ans =                                                  L1</a:t>
              </a:r>
              <a:endParaRPr lang="en-US" b="1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Left Brace 7"/>
            <p:cNvSpPr/>
            <p:nvPr/>
          </p:nvSpPr>
          <p:spPr>
            <a:xfrm>
              <a:off x="5859475" y="16800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Freeform 8"/>
            <p:cNvSpPr/>
            <p:nvPr/>
          </p:nvSpPr>
          <p:spPr>
            <a:xfrm>
              <a:off x="5142267" y="1937400"/>
              <a:ext cx="1874520" cy="217800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Left Brace 9"/>
            <p:cNvSpPr/>
            <p:nvPr/>
          </p:nvSpPr>
          <p:spPr>
            <a:xfrm>
              <a:off x="5859475" y="19374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3970484" y="2194800"/>
              <a:ext cx="1872689" cy="217800"/>
            </a:xfrm>
            <a:custGeom>
              <a:avLst/>
              <a:gdLst>
                <a:gd name="connsiteX0" fmla="*/ 0 w 1872689"/>
                <a:gd name="connsiteY0" fmla="*/ 0 h 217800"/>
                <a:gd name="connsiteX1" fmla="*/ 1872689 w 1872689"/>
                <a:gd name="connsiteY1" fmla="*/ 0 h 217800"/>
                <a:gd name="connsiteX2" fmla="*/ 1872689 w 1872689"/>
                <a:gd name="connsiteY2" fmla="*/ 217800 h 217800"/>
                <a:gd name="connsiteX3" fmla="*/ 0 w 1872689"/>
                <a:gd name="connsiteY3" fmla="*/ 217800 h 217800"/>
                <a:gd name="connsiteX4" fmla="*/ 0 w 1872689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2689" h="217800">
                  <a:moveTo>
                    <a:pt x="0" y="0"/>
                  </a:moveTo>
                  <a:lnTo>
                    <a:pt x="1872689" y="0"/>
                  </a:lnTo>
                  <a:lnTo>
                    <a:pt x="1872689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dirty="0">
                  <a:latin typeface="Times New Roman" pitchFamily="18" charset="0"/>
                  <a:cs typeface="Times New Roman" pitchFamily="18" charset="0"/>
                </a:rPr>
                <a:t>36390       55684       47240</a:t>
              </a: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Left Brace 11"/>
            <p:cNvSpPr/>
            <p:nvPr/>
          </p:nvSpPr>
          <p:spPr>
            <a:xfrm>
              <a:off x="5857644" y="2194800"/>
              <a:ext cx="374537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4131657" y="2452200"/>
              <a:ext cx="2445025" cy="257400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b="1" kern="1200" dirty="0" smtClean="0">
                  <a:latin typeface="Times New Roman" pitchFamily="18" charset="0"/>
                  <a:cs typeface="Times New Roman" pitchFamily="18" charset="0"/>
                </a:rPr>
                <a:t>ans =                                                  HI</a:t>
              </a:r>
              <a:endParaRPr lang="en-US" b="1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Left Brace 13"/>
            <p:cNvSpPr/>
            <p:nvPr/>
          </p:nvSpPr>
          <p:spPr>
            <a:xfrm>
              <a:off x="5859475" y="24522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3970484" y="2709600"/>
              <a:ext cx="1872689" cy="217800"/>
            </a:xfrm>
            <a:custGeom>
              <a:avLst/>
              <a:gdLst>
                <a:gd name="connsiteX0" fmla="*/ 0 w 1872689"/>
                <a:gd name="connsiteY0" fmla="*/ 0 h 217800"/>
                <a:gd name="connsiteX1" fmla="*/ 1872689 w 1872689"/>
                <a:gd name="connsiteY1" fmla="*/ 0 h 217800"/>
                <a:gd name="connsiteX2" fmla="*/ 1872689 w 1872689"/>
                <a:gd name="connsiteY2" fmla="*/ 217800 h 217800"/>
                <a:gd name="connsiteX3" fmla="*/ 0 w 1872689"/>
                <a:gd name="connsiteY3" fmla="*/ 217800 h 217800"/>
                <a:gd name="connsiteX4" fmla="*/ 0 w 1872689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2689" h="217800">
                  <a:moveTo>
                    <a:pt x="0" y="0"/>
                  </a:moveTo>
                  <a:lnTo>
                    <a:pt x="1872689" y="0"/>
                  </a:lnTo>
                  <a:lnTo>
                    <a:pt x="1872689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kern="1200" dirty="0" smtClean="0">
                  <a:latin typeface="Times New Roman" pitchFamily="18" charset="0"/>
                  <a:cs typeface="Times New Roman" pitchFamily="18" charset="0"/>
                </a:rPr>
                <a:t>47341       37694       41916</a:t>
              </a: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Left Brace 15"/>
            <p:cNvSpPr/>
            <p:nvPr/>
          </p:nvSpPr>
          <p:spPr>
            <a:xfrm>
              <a:off x="5857644" y="2709600"/>
              <a:ext cx="374537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7" name="Freeform 16"/>
            <p:cNvSpPr/>
            <p:nvPr/>
          </p:nvSpPr>
          <p:spPr>
            <a:xfrm>
              <a:off x="4131657" y="2967000"/>
              <a:ext cx="2591725" cy="217800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b="1" kern="1200" dirty="0" smtClean="0">
                  <a:latin typeface="Times New Roman" pitchFamily="18" charset="0"/>
                  <a:cs typeface="Times New Roman" pitchFamily="18" charset="0"/>
                </a:rPr>
                <a:t>ans =                                                 BRD</a:t>
              </a:r>
              <a:endParaRPr lang="en-US" b="1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Left Brace 17"/>
            <p:cNvSpPr/>
            <p:nvPr/>
          </p:nvSpPr>
          <p:spPr>
            <a:xfrm>
              <a:off x="5859475" y="29670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Freeform 18"/>
            <p:cNvSpPr/>
            <p:nvPr/>
          </p:nvSpPr>
          <p:spPr>
            <a:xfrm>
              <a:off x="5109667" y="3224400"/>
              <a:ext cx="1874520" cy="217800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kern="1200" dirty="0" smtClean="0">
                  <a:latin typeface="Times New Roman" pitchFamily="18" charset="0"/>
                  <a:cs typeface="Times New Roman" pitchFamily="18" charset="0"/>
                </a:rPr>
                <a:t>1.0e+012 *</a:t>
              </a: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Left Brace 19"/>
            <p:cNvSpPr/>
            <p:nvPr/>
          </p:nvSpPr>
          <p:spPr>
            <a:xfrm>
              <a:off x="5859475" y="32244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3970484" y="3481800"/>
              <a:ext cx="1872689" cy="217800"/>
            </a:xfrm>
            <a:custGeom>
              <a:avLst/>
              <a:gdLst>
                <a:gd name="connsiteX0" fmla="*/ 0 w 1872689"/>
                <a:gd name="connsiteY0" fmla="*/ 0 h 217800"/>
                <a:gd name="connsiteX1" fmla="*/ 1872689 w 1872689"/>
                <a:gd name="connsiteY1" fmla="*/ 0 h 217800"/>
                <a:gd name="connsiteX2" fmla="*/ 1872689 w 1872689"/>
                <a:gd name="connsiteY2" fmla="*/ 217800 h 217800"/>
                <a:gd name="connsiteX3" fmla="*/ 0 w 1872689"/>
                <a:gd name="connsiteY3" fmla="*/ 217800 h 217800"/>
                <a:gd name="connsiteX4" fmla="*/ 0 w 1872689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2689" h="217800">
                  <a:moveTo>
                    <a:pt x="0" y="0"/>
                  </a:moveTo>
                  <a:lnTo>
                    <a:pt x="1872689" y="0"/>
                  </a:lnTo>
                  <a:lnTo>
                    <a:pt x="1872689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kern="1200" dirty="0" smtClean="0">
                  <a:latin typeface="Times New Roman" pitchFamily="18" charset="0"/>
                  <a:cs typeface="Times New Roman" pitchFamily="18" charset="0"/>
                </a:rPr>
                <a:t>0.8162    0.3536    1.4950</a:t>
              </a: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Left Brace 21"/>
            <p:cNvSpPr/>
            <p:nvPr/>
          </p:nvSpPr>
          <p:spPr>
            <a:xfrm>
              <a:off x="5857644" y="3481800"/>
              <a:ext cx="374537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4" name="Left Brace 23"/>
            <p:cNvSpPr/>
            <p:nvPr/>
          </p:nvSpPr>
          <p:spPr>
            <a:xfrm>
              <a:off x="5859475" y="37392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5109667" y="3996600"/>
              <a:ext cx="1874520" cy="217800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kern="1200" dirty="0" smtClean="0">
                  <a:latin typeface="Times New Roman" pitchFamily="18" charset="0"/>
                  <a:cs typeface="Times New Roman" pitchFamily="18" charset="0"/>
                </a:rPr>
                <a:t>1.0e+014 *</a:t>
              </a: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Left Brace 25"/>
            <p:cNvSpPr/>
            <p:nvPr/>
          </p:nvSpPr>
          <p:spPr>
            <a:xfrm>
              <a:off x="5859475" y="39966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7" name="Freeform 26"/>
            <p:cNvSpPr/>
            <p:nvPr/>
          </p:nvSpPr>
          <p:spPr>
            <a:xfrm>
              <a:off x="3970484" y="4254000"/>
              <a:ext cx="1872689" cy="217800"/>
            </a:xfrm>
            <a:custGeom>
              <a:avLst/>
              <a:gdLst>
                <a:gd name="connsiteX0" fmla="*/ 0 w 1872689"/>
                <a:gd name="connsiteY0" fmla="*/ 0 h 217800"/>
                <a:gd name="connsiteX1" fmla="*/ 1872689 w 1872689"/>
                <a:gd name="connsiteY1" fmla="*/ 0 h 217800"/>
                <a:gd name="connsiteX2" fmla="*/ 1872689 w 1872689"/>
                <a:gd name="connsiteY2" fmla="*/ 217800 h 217800"/>
                <a:gd name="connsiteX3" fmla="*/ 0 w 1872689"/>
                <a:gd name="connsiteY3" fmla="*/ 217800 h 217800"/>
                <a:gd name="connsiteX4" fmla="*/ 0 w 1872689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2689" h="217800">
                  <a:moveTo>
                    <a:pt x="0" y="0"/>
                  </a:moveTo>
                  <a:lnTo>
                    <a:pt x="1872689" y="0"/>
                  </a:lnTo>
                  <a:lnTo>
                    <a:pt x="1872689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kern="1200" smtClean="0">
                  <a:latin typeface="Times New Roman" pitchFamily="18" charset="0"/>
                  <a:cs typeface="Times New Roman" pitchFamily="18" charset="0"/>
                </a:rPr>
                <a:t>1.1681    0.7481    0.5490</a:t>
              </a:r>
              <a:endParaRPr lang="en-US" kern="12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Left Brace 27"/>
            <p:cNvSpPr/>
            <p:nvPr/>
          </p:nvSpPr>
          <p:spPr>
            <a:xfrm>
              <a:off x="5857644" y="4254000"/>
              <a:ext cx="374537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0" name="Left Brace 29"/>
            <p:cNvSpPr/>
            <p:nvPr/>
          </p:nvSpPr>
          <p:spPr>
            <a:xfrm>
              <a:off x="5859475" y="45114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5109667" y="4768800"/>
              <a:ext cx="1874520" cy="217800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kern="1200" dirty="0" smtClean="0">
                  <a:latin typeface="Times New Roman" pitchFamily="18" charset="0"/>
                  <a:cs typeface="Times New Roman" pitchFamily="18" charset="0"/>
                </a:rPr>
                <a:t>1.0e+004 *</a:t>
              </a: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Left Brace 31"/>
            <p:cNvSpPr/>
            <p:nvPr/>
          </p:nvSpPr>
          <p:spPr>
            <a:xfrm>
              <a:off x="5859475" y="47688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3970484" y="5026200"/>
              <a:ext cx="1872689" cy="217800"/>
            </a:xfrm>
            <a:custGeom>
              <a:avLst/>
              <a:gdLst>
                <a:gd name="connsiteX0" fmla="*/ 0 w 1872689"/>
                <a:gd name="connsiteY0" fmla="*/ 0 h 217800"/>
                <a:gd name="connsiteX1" fmla="*/ 1872689 w 1872689"/>
                <a:gd name="connsiteY1" fmla="*/ 0 h 217800"/>
                <a:gd name="connsiteX2" fmla="*/ 1872689 w 1872689"/>
                <a:gd name="connsiteY2" fmla="*/ 217800 h 217800"/>
                <a:gd name="connsiteX3" fmla="*/ 0 w 1872689"/>
                <a:gd name="connsiteY3" fmla="*/ 217800 h 217800"/>
                <a:gd name="connsiteX4" fmla="*/ 0 w 1872689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2689" h="217800">
                  <a:moveTo>
                    <a:pt x="0" y="0"/>
                  </a:moveTo>
                  <a:lnTo>
                    <a:pt x="1872689" y="0"/>
                  </a:lnTo>
                  <a:lnTo>
                    <a:pt x="1872689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kern="1200" smtClean="0">
                  <a:latin typeface="Times New Roman" pitchFamily="18" charset="0"/>
                  <a:cs typeface="Times New Roman" pitchFamily="18" charset="0"/>
                </a:rPr>
                <a:t>1.6805    3.2903    2.4200</a:t>
              </a:r>
              <a:endParaRPr lang="en-US" kern="12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Left Brace 33"/>
            <p:cNvSpPr/>
            <p:nvPr/>
          </p:nvSpPr>
          <p:spPr>
            <a:xfrm>
              <a:off x="5857644" y="5026200"/>
              <a:ext cx="374537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6" name="Left Brace 35"/>
            <p:cNvSpPr/>
            <p:nvPr/>
          </p:nvSpPr>
          <p:spPr>
            <a:xfrm>
              <a:off x="5859475" y="52836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7" name="Freeform 36"/>
            <p:cNvSpPr/>
            <p:nvPr/>
          </p:nvSpPr>
          <p:spPr>
            <a:xfrm>
              <a:off x="5109667" y="5540999"/>
              <a:ext cx="1874520" cy="217800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kern="1200" dirty="0" smtClean="0">
                  <a:latin typeface="Times New Roman" pitchFamily="18" charset="0"/>
                  <a:cs typeface="Times New Roman" pitchFamily="18" charset="0"/>
                </a:rPr>
                <a:t>1.0e+013 *</a:t>
              </a: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Left Brace 37"/>
            <p:cNvSpPr/>
            <p:nvPr/>
          </p:nvSpPr>
          <p:spPr>
            <a:xfrm>
              <a:off x="5859475" y="5540999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9" name="Freeform 38"/>
            <p:cNvSpPr/>
            <p:nvPr/>
          </p:nvSpPr>
          <p:spPr>
            <a:xfrm>
              <a:off x="3970484" y="5798399"/>
              <a:ext cx="1872689" cy="217800"/>
            </a:xfrm>
            <a:custGeom>
              <a:avLst/>
              <a:gdLst>
                <a:gd name="connsiteX0" fmla="*/ 0 w 1872689"/>
                <a:gd name="connsiteY0" fmla="*/ 0 h 217800"/>
                <a:gd name="connsiteX1" fmla="*/ 1872689 w 1872689"/>
                <a:gd name="connsiteY1" fmla="*/ 0 h 217800"/>
                <a:gd name="connsiteX2" fmla="*/ 1872689 w 1872689"/>
                <a:gd name="connsiteY2" fmla="*/ 217800 h 217800"/>
                <a:gd name="connsiteX3" fmla="*/ 0 w 1872689"/>
                <a:gd name="connsiteY3" fmla="*/ 217800 h 217800"/>
                <a:gd name="connsiteX4" fmla="*/ 0 w 1872689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2689" h="217800">
                  <a:moveTo>
                    <a:pt x="0" y="0"/>
                  </a:moveTo>
                  <a:lnTo>
                    <a:pt x="1872689" y="0"/>
                  </a:lnTo>
                  <a:lnTo>
                    <a:pt x="1872689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kern="1200" smtClean="0">
                  <a:latin typeface="Times New Roman" pitchFamily="18" charset="0"/>
                  <a:cs typeface="Times New Roman" pitchFamily="18" charset="0"/>
                </a:rPr>
                <a:t>6.1338    5.6304    4.1346</a:t>
              </a:r>
              <a:endParaRPr lang="en-US" kern="12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Left Brace 39"/>
            <p:cNvSpPr/>
            <p:nvPr/>
          </p:nvSpPr>
          <p:spPr>
            <a:xfrm>
              <a:off x="5857644" y="5798399"/>
              <a:ext cx="374537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  <p:cxnSp>
        <p:nvCxnSpPr>
          <p:cNvPr id="42" name="Straight Connector 41"/>
          <p:cNvCxnSpPr/>
          <p:nvPr/>
        </p:nvCxnSpPr>
        <p:spPr>
          <a:xfrm>
            <a:off x="2362200" y="1451400"/>
            <a:ext cx="76200" cy="517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3276600" y="1451400"/>
            <a:ext cx="76200" cy="517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4038600" y="1451400"/>
            <a:ext cx="76200" cy="517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1371600" y="1447800"/>
            <a:ext cx="27051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>
            <a:off x="1409700" y="6629400"/>
            <a:ext cx="27051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1371600" y="1447800"/>
            <a:ext cx="76200" cy="517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1447803" y="3854718"/>
            <a:ext cx="4444999" cy="260082"/>
          </a:xfrm>
          <a:custGeom>
            <a:avLst/>
            <a:gdLst>
              <a:gd name="connsiteX0" fmla="*/ 0 w 1874520"/>
              <a:gd name="connsiteY0" fmla="*/ 0 h 217800"/>
              <a:gd name="connsiteX1" fmla="*/ 1874520 w 1874520"/>
              <a:gd name="connsiteY1" fmla="*/ 0 h 217800"/>
              <a:gd name="connsiteX2" fmla="*/ 1874520 w 1874520"/>
              <a:gd name="connsiteY2" fmla="*/ 217800 h 217800"/>
              <a:gd name="connsiteX3" fmla="*/ 0 w 1874520"/>
              <a:gd name="connsiteY3" fmla="*/ 217800 h 217800"/>
              <a:gd name="connsiteX4" fmla="*/ 0 w 1874520"/>
              <a:gd name="connsiteY4" fmla="*/ 0 h 21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4520" h="217800">
                <a:moveTo>
                  <a:pt x="0" y="0"/>
                </a:moveTo>
                <a:lnTo>
                  <a:pt x="1874520" y="0"/>
                </a:lnTo>
                <a:lnTo>
                  <a:pt x="1874520" y="217800"/>
                </a:lnTo>
                <a:lnTo>
                  <a:pt x="0" y="217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8232" tIns="27940" rIns="78232" bIns="27940" numCol="1" spcCol="1270" anchor="ctr" anchorCtr="0">
            <a:noAutofit/>
          </a:bodyPr>
          <a:lstStyle/>
          <a:p>
            <a:pPr lvl="0" algn="r" defTabSz="4889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b="1" kern="1200" dirty="0" smtClean="0">
                <a:latin typeface="Times New Roman" pitchFamily="18" charset="0"/>
                <a:cs typeface="Times New Roman" pitchFamily="18" charset="0"/>
              </a:rPr>
              <a:t>ans =                                                </a:t>
            </a:r>
            <a:r>
              <a:rPr lang="fr-FR" b="1" kern="1200" dirty="0" smtClean="0">
                <a:latin typeface="Times New Roman" pitchFamily="18" charset="0"/>
                <a:cs typeface="Times New Roman" pitchFamily="18" charset="0"/>
              </a:rPr>
              <a:t>  L1-BRD</a:t>
            </a:r>
            <a:endParaRPr lang="en-US" b="1" kern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Freeform 61"/>
          <p:cNvSpPr/>
          <p:nvPr/>
        </p:nvSpPr>
        <p:spPr>
          <a:xfrm>
            <a:off x="1447800" y="4800599"/>
            <a:ext cx="4724400" cy="307758"/>
          </a:xfrm>
          <a:custGeom>
            <a:avLst/>
            <a:gdLst>
              <a:gd name="connsiteX0" fmla="*/ 0 w 1874520"/>
              <a:gd name="connsiteY0" fmla="*/ 0 h 217800"/>
              <a:gd name="connsiteX1" fmla="*/ 1874520 w 1874520"/>
              <a:gd name="connsiteY1" fmla="*/ 0 h 217800"/>
              <a:gd name="connsiteX2" fmla="*/ 1874520 w 1874520"/>
              <a:gd name="connsiteY2" fmla="*/ 217800 h 217800"/>
              <a:gd name="connsiteX3" fmla="*/ 0 w 1874520"/>
              <a:gd name="connsiteY3" fmla="*/ 217800 h 217800"/>
              <a:gd name="connsiteX4" fmla="*/ 0 w 1874520"/>
              <a:gd name="connsiteY4" fmla="*/ 0 h 21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4520" h="217800">
                <a:moveTo>
                  <a:pt x="0" y="0"/>
                </a:moveTo>
                <a:lnTo>
                  <a:pt x="1874520" y="0"/>
                </a:lnTo>
                <a:lnTo>
                  <a:pt x="1874520" y="217800"/>
                </a:lnTo>
                <a:lnTo>
                  <a:pt x="0" y="217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8232" tIns="27940" rIns="78232" bIns="27940" numCol="1" spcCol="1270" anchor="ctr" anchorCtr="0">
            <a:noAutofit/>
          </a:bodyPr>
          <a:lstStyle/>
          <a:p>
            <a:r>
              <a:rPr lang="fr-FR" b="1" kern="1200" dirty="0" smtClean="0">
                <a:latin typeface="Times New Roman" pitchFamily="18" charset="0"/>
                <a:cs typeface="Times New Roman" pitchFamily="18" charset="0"/>
              </a:rPr>
              <a:t>  ans =                                               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Chi-square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Freeform 62"/>
          <p:cNvSpPr/>
          <p:nvPr/>
        </p:nvSpPr>
        <p:spPr>
          <a:xfrm>
            <a:off x="1447803" y="5638800"/>
            <a:ext cx="5181597" cy="400789"/>
          </a:xfrm>
          <a:custGeom>
            <a:avLst/>
            <a:gdLst>
              <a:gd name="connsiteX0" fmla="*/ 0 w 1874520"/>
              <a:gd name="connsiteY0" fmla="*/ 0 h 217800"/>
              <a:gd name="connsiteX1" fmla="*/ 1874520 w 1874520"/>
              <a:gd name="connsiteY1" fmla="*/ 0 h 217800"/>
              <a:gd name="connsiteX2" fmla="*/ 1874520 w 1874520"/>
              <a:gd name="connsiteY2" fmla="*/ 217800 h 217800"/>
              <a:gd name="connsiteX3" fmla="*/ 0 w 1874520"/>
              <a:gd name="connsiteY3" fmla="*/ 217800 h 217800"/>
              <a:gd name="connsiteX4" fmla="*/ 0 w 1874520"/>
              <a:gd name="connsiteY4" fmla="*/ 0 h 21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4520" h="217800">
                <a:moveTo>
                  <a:pt x="0" y="0"/>
                </a:moveTo>
                <a:lnTo>
                  <a:pt x="1874520" y="0"/>
                </a:lnTo>
                <a:lnTo>
                  <a:pt x="1874520" y="217800"/>
                </a:lnTo>
                <a:lnTo>
                  <a:pt x="0" y="217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8232" tIns="27940" rIns="78232" bIns="27940" numCol="1" spcCol="1270" anchor="ctr" anchorCtr="0">
            <a:noAutofit/>
          </a:bodyPr>
          <a:lstStyle/>
          <a:p>
            <a:pPr algn="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b="1" kern="1200" dirty="0" smtClean="0">
                <a:latin typeface="Times New Roman" pitchFamily="18" charset="0"/>
                <a:cs typeface="Times New Roman" pitchFamily="18" charset="0"/>
              </a:rPr>
              <a:t>ans =                                               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Chi-square-</a:t>
            </a:r>
            <a:r>
              <a:rPr lang="fr-FR" b="1" kern="1200" dirty="0" smtClean="0">
                <a:latin typeface="Times New Roman" pitchFamily="18" charset="0"/>
                <a:cs typeface="Times New Roman" pitchFamily="18" charset="0"/>
              </a:rPr>
              <a:t>BRD</a:t>
            </a:r>
            <a:endParaRPr lang="en-US" b="1" kern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561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359" y="741680"/>
            <a:ext cx="2895600" cy="2915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435" y="745714"/>
            <a:ext cx="2801565" cy="2791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359" y="3886200"/>
            <a:ext cx="2895600" cy="2885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6452" y="3886201"/>
            <a:ext cx="2685548" cy="2885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Down Arrow 9"/>
          <p:cNvSpPr/>
          <p:nvPr/>
        </p:nvSpPr>
        <p:spPr>
          <a:xfrm>
            <a:off x="2523142" y="3517755"/>
            <a:ext cx="495300" cy="4446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/>
          <p:cNvSpPr/>
          <p:nvPr/>
        </p:nvSpPr>
        <p:spPr>
          <a:xfrm>
            <a:off x="6667500" y="3463634"/>
            <a:ext cx="495300" cy="4446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188720" y="-152400"/>
            <a:ext cx="7498080" cy="11430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Comparing Coast &amp; Coast Class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919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0" y="3390900"/>
            <a:ext cx="4521200" cy="3390900"/>
          </a:xfrm>
          <a:prstGeom prst="rect">
            <a:avLst/>
          </a:prstGeom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0"/>
            <a:ext cx="4673600" cy="3505200"/>
          </a:xfrm>
        </p:spPr>
      </p:pic>
      <p:sp>
        <p:nvSpPr>
          <p:cNvPr id="6" name="Rounded Rectangle 5"/>
          <p:cNvSpPr/>
          <p:nvPr/>
        </p:nvSpPr>
        <p:spPr>
          <a:xfrm>
            <a:off x="6096000" y="1295400"/>
            <a:ext cx="2286000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COAST COMBINED HISTOGRAM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6096000" y="5143500"/>
            <a:ext cx="2286000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COAST COMBINED HISTOGRAM</a:t>
            </a:r>
          </a:p>
        </p:txBody>
      </p:sp>
    </p:spTree>
    <p:extLst>
      <p:ext uri="{BB962C8B-B14F-4D97-AF65-F5344CB8AC3E}">
        <p14:creationId xmlns:p14="http://schemas.microsoft.com/office/powerpoint/2010/main" val="1922971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76200"/>
            <a:ext cx="749808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Comparison of Two Histograms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Same Class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196652" y="1419918"/>
            <a:ext cx="4746948" cy="5178000"/>
            <a:chOff x="3970485" y="1680000"/>
            <a:chExt cx="3046302" cy="4336199"/>
          </a:xfrm>
        </p:grpSpPr>
        <p:sp>
          <p:nvSpPr>
            <p:cNvPr id="7" name="Freeform 6"/>
            <p:cNvSpPr/>
            <p:nvPr/>
          </p:nvSpPr>
          <p:spPr>
            <a:xfrm>
              <a:off x="4131656" y="1740797"/>
              <a:ext cx="2445025" cy="196603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b="1" kern="1200" dirty="0" smtClean="0">
                  <a:latin typeface="Times New Roman" pitchFamily="18" charset="0"/>
                  <a:cs typeface="Times New Roman" pitchFamily="18" charset="0"/>
                </a:rPr>
                <a:t>ans =                                                  L1</a:t>
              </a:r>
              <a:endParaRPr lang="en-US" b="1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Left Brace 7"/>
            <p:cNvSpPr/>
            <p:nvPr/>
          </p:nvSpPr>
          <p:spPr>
            <a:xfrm>
              <a:off x="5859475" y="16800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Freeform 8"/>
            <p:cNvSpPr/>
            <p:nvPr/>
          </p:nvSpPr>
          <p:spPr>
            <a:xfrm>
              <a:off x="5142267" y="1937400"/>
              <a:ext cx="1874520" cy="217800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Left Brace 9"/>
            <p:cNvSpPr/>
            <p:nvPr/>
          </p:nvSpPr>
          <p:spPr>
            <a:xfrm>
              <a:off x="5859475" y="19374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3970485" y="1932233"/>
              <a:ext cx="1872689" cy="217800"/>
            </a:xfrm>
            <a:custGeom>
              <a:avLst/>
              <a:gdLst>
                <a:gd name="connsiteX0" fmla="*/ 0 w 1872689"/>
                <a:gd name="connsiteY0" fmla="*/ 0 h 217800"/>
                <a:gd name="connsiteX1" fmla="*/ 1872689 w 1872689"/>
                <a:gd name="connsiteY1" fmla="*/ 0 h 217800"/>
                <a:gd name="connsiteX2" fmla="*/ 1872689 w 1872689"/>
                <a:gd name="connsiteY2" fmla="*/ 217800 h 217800"/>
                <a:gd name="connsiteX3" fmla="*/ 0 w 1872689"/>
                <a:gd name="connsiteY3" fmla="*/ 217800 h 217800"/>
                <a:gd name="connsiteX4" fmla="*/ 0 w 1872689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2689" h="217800">
                  <a:moveTo>
                    <a:pt x="0" y="0"/>
                  </a:moveTo>
                  <a:lnTo>
                    <a:pt x="1872689" y="0"/>
                  </a:lnTo>
                  <a:lnTo>
                    <a:pt x="1872689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dirty="0">
                  <a:latin typeface="Times New Roman" pitchFamily="18" charset="0"/>
                  <a:cs typeface="Times New Roman" pitchFamily="18" charset="0"/>
                </a:rPr>
                <a:t>    30388       46934       36462</a:t>
              </a: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Left Brace 11"/>
            <p:cNvSpPr/>
            <p:nvPr/>
          </p:nvSpPr>
          <p:spPr>
            <a:xfrm>
              <a:off x="5857644" y="2194800"/>
              <a:ext cx="374537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4131657" y="2442730"/>
              <a:ext cx="2445025" cy="257400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b="1" kern="1200" dirty="0" smtClean="0">
                  <a:latin typeface="Times New Roman" pitchFamily="18" charset="0"/>
                  <a:cs typeface="Times New Roman" pitchFamily="18" charset="0"/>
                </a:rPr>
                <a:t>ans =                                                  HI</a:t>
              </a:r>
              <a:endParaRPr lang="en-US" b="1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Left Brace 13"/>
            <p:cNvSpPr/>
            <p:nvPr/>
          </p:nvSpPr>
          <p:spPr>
            <a:xfrm>
              <a:off x="5859475" y="24522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3970485" y="2697978"/>
              <a:ext cx="1872689" cy="217800"/>
            </a:xfrm>
            <a:custGeom>
              <a:avLst/>
              <a:gdLst>
                <a:gd name="connsiteX0" fmla="*/ 0 w 1872689"/>
                <a:gd name="connsiteY0" fmla="*/ 0 h 217800"/>
                <a:gd name="connsiteX1" fmla="*/ 1872689 w 1872689"/>
                <a:gd name="connsiteY1" fmla="*/ 0 h 217800"/>
                <a:gd name="connsiteX2" fmla="*/ 1872689 w 1872689"/>
                <a:gd name="connsiteY2" fmla="*/ 217800 h 217800"/>
                <a:gd name="connsiteX3" fmla="*/ 0 w 1872689"/>
                <a:gd name="connsiteY3" fmla="*/ 217800 h 217800"/>
                <a:gd name="connsiteX4" fmla="*/ 0 w 1872689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2689" h="217800">
                  <a:moveTo>
                    <a:pt x="0" y="0"/>
                  </a:moveTo>
                  <a:lnTo>
                    <a:pt x="1872689" y="0"/>
                  </a:lnTo>
                  <a:lnTo>
                    <a:pt x="1872689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dirty="0">
                  <a:latin typeface="Times New Roman" pitchFamily="18" charset="0"/>
                  <a:cs typeface="Times New Roman" pitchFamily="18" charset="0"/>
                </a:rPr>
                <a:t>50342       42069       47305</a:t>
              </a: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Left Brace 15"/>
            <p:cNvSpPr/>
            <p:nvPr/>
          </p:nvSpPr>
          <p:spPr>
            <a:xfrm>
              <a:off x="5857644" y="2709600"/>
              <a:ext cx="374537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7" name="Freeform 16"/>
            <p:cNvSpPr/>
            <p:nvPr/>
          </p:nvSpPr>
          <p:spPr>
            <a:xfrm>
              <a:off x="4131659" y="3017037"/>
              <a:ext cx="2591725" cy="217800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b="1" kern="1200" dirty="0" smtClean="0">
                  <a:latin typeface="Times New Roman" pitchFamily="18" charset="0"/>
                  <a:cs typeface="Times New Roman" pitchFamily="18" charset="0"/>
                </a:rPr>
                <a:t>ans =                                                 BRD</a:t>
              </a:r>
              <a:endParaRPr lang="en-US" b="1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Left Brace 17"/>
            <p:cNvSpPr/>
            <p:nvPr/>
          </p:nvSpPr>
          <p:spPr>
            <a:xfrm>
              <a:off x="5859475" y="29670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Freeform 18"/>
            <p:cNvSpPr/>
            <p:nvPr/>
          </p:nvSpPr>
          <p:spPr>
            <a:xfrm>
              <a:off x="5109667" y="3234836"/>
              <a:ext cx="1874520" cy="217800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kern="1200" dirty="0" smtClean="0">
                  <a:latin typeface="Times New Roman" pitchFamily="18" charset="0"/>
                  <a:cs typeface="Times New Roman" pitchFamily="18" charset="0"/>
                </a:rPr>
                <a:t>1.0e+014*</a:t>
              </a: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Left Brace 19"/>
            <p:cNvSpPr/>
            <p:nvPr/>
          </p:nvSpPr>
          <p:spPr>
            <a:xfrm>
              <a:off x="5859475" y="32244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4107206" y="3245922"/>
              <a:ext cx="1735967" cy="217800"/>
            </a:xfrm>
            <a:custGeom>
              <a:avLst/>
              <a:gdLst>
                <a:gd name="connsiteX0" fmla="*/ 0 w 1872689"/>
                <a:gd name="connsiteY0" fmla="*/ 0 h 217800"/>
                <a:gd name="connsiteX1" fmla="*/ 1872689 w 1872689"/>
                <a:gd name="connsiteY1" fmla="*/ 0 h 217800"/>
                <a:gd name="connsiteX2" fmla="*/ 1872689 w 1872689"/>
                <a:gd name="connsiteY2" fmla="*/ 217800 h 217800"/>
                <a:gd name="connsiteX3" fmla="*/ 0 w 1872689"/>
                <a:gd name="connsiteY3" fmla="*/ 217800 h 217800"/>
                <a:gd name="connsiteX4" fmla="*/ 0 w 1872689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2689" h="217800">
                  <a:moveTo>
                    <a:pt x="0" y="0"/>
                  </a:moveTo>
                  <a:lnTo>
                    <a:pt x="1872689" y="0"/>
                  </a:lnTo>
                  <a:lnTo>
                    <a:pt x="1872689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dirty="0" smtClean="0">
                  <a:latin typeface="Times New Roman" pitchFamily="18" charset="0"/>
                  <a:cs typeface="Times New Roman" pitchFamily="18" charset="0"/>
                </a:rPr>
                <a:t>0.0000       </a:t>
              </a:r>
              <a:r>
                <a:rPr lang="fr-FR" dirty="0">
                  <a:latin typeface="Times New Roman" pitchFamily="18" charset="0"/>
                  <a:cs typeface="Times New Roman" pitchFamily="18" charset="0"/>
                </a:rPr>
                <a:t>0.0000    1.1814</a:t>
              </a: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Left Brace 21"/>
            <p:cNvSpPr/>
            <p:nvPr/>
          </p:nvSpPr>
          <p:spPr>
            <a:xfrm>
              <a:off x="5857644" y="3481800"/>
              <a:ext cx="374537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4" name="Left Brace 23"/>
            <p:cNvSpPr/>
            <p:nvPr/>
          </p:nvSpPr>
          <p:spPr>
            <a:xfrm>
              <a:off x="5859475" y="37392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5109667" y="3996600"/>
              <a:ext cx="1874520" cy="217800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kern="1200" dirty="0" smtClean="0">
                  <a:latin typeface="Times New Roman" pitchFamily="18" charset="0"/>
                  <a:cs typeface="Times New Roman" pitchFamily="18" charset="0"/>
                </a:rPr>
                <a:t>1.0e+014 *</a:t>
              </a: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Left Brace 25"/>
            <p:cNvSpPr/>
            <p:nvPr/>
          </p:nvSpPr>
          <p:spPr>
            <a:xfrm>
              <a:off x="5859475" y="39966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8" name="Left Brace 27"/>
            <p:cNvSpPr/>
            <p:nvPr/>
          </p:nvSpPr>
          <p:spPr>
            <a:xfrm>
              <a:off x="5857644" y="4254000"/>
              <a:ext cx="374537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0" name="Left Brace 29"/>
            <p:cNvSpPr/>
            <p:nvPr/>
          </p:nvSpPr>
          <p:spPr>
            <a:xfrm>
              <a:off x="5859475" y="45114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5109667" y="4768800"/>
              <a:ext cx="1874520" cy="217800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kern="1200" dirty="0" smtClean="0">
                  <a:latin typeface="Times New Roman" pitchFamily="18" charset="0"/>
                  <a:cs typeface="Times New Roman" pitchFamily="18" charset="0"/>
                </a:rPr>
                <a:t>1.0e+004 *</a:t>
              </a: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Left Brace 31"/>
            <p:cNvSpPr/>
            <p:nvPr/>
          </p:nvSpPr>
          <p:spPr>
            <a:xfrm>
              <a:off x="5859475" y="47688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4" name="Left Brace 33"/>
            <p:cNvSpPr/>
            <p:nvPr/>
          </p:nvSpPr>
          <p:spPr>
            <a:xfrm>
              <a:off x="5857644" y="5026200"/>
              <a:ext cx="374537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6" name="Left Brace 35"/>
            <p:cNvSpPr/>
            <p:nvPr/>
          </p:nvSpPr>
          <p:spPr>
            <a:xfrm>
              <a:off x="5859475" y="52836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7" name="Freeform 36"/>
            <p:cNvSpPr/>
            <p:nvPr/>
          </p:nvSpPr>
          <p:spPr>
            <a:xfrm>
              <a:off x="5109667" y="5540999"/>
              <a:ext cx="1874520" cy="217800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kern="1200" dirty="0" smtClean="0">
                  <a:latin typeface="Times New Roman" pitchFamily="18" charset="0"/>
                  <a:cs typeface="Times New Roman" pitchFamily="18" charset="0"/>
                </a:rPr>
                <a:t>1.0e+016 *</a:t>
              </a: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Left Brace 37"/>
            <p:cNvSpPr/>
            <p:nvPr/>
          </p:nvSpPr>
          <p:spPr>
            <a:xfrm>
              <a:off x="5859475" y="5540999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0" name="Left Brace 39"/>
            <p:cNvSpPr/>
            <p:nvPr/>
          </p:nvSpPr>
          <p:spPr>
            <a:xfrm>
              <a:off x="5857644" y="5798399"/>
              <a:ext cx="374537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  <p:cxnSp>
        <p:nvCxnSpPr>
          <p:cNvPr id="42" name="Straight Connector 41"/>
          <p:cNvCxnSpPr/>
          <p:nvPr/>
        </p:nvCxnSpPr>
        <p:spPr>
          <a:xfrm>
            <a:off x="2362200" y="1451400"/>
            <a:ext cx="76200" cy="517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3276600" y="1451400"/>
            <a:ext cx="76200" cy="517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4038600" y="1451400"/>
            <a:ext cx="76200" cy="517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1371600" y="1447800"/>
            <a:ext cx="27051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>
            <a:off x="1409700" y="6629400"/>
            <a:ext cx="27051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1371600" y="1447800"/>
            <a:ext cx="76200" cy="517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1447803" y="3899436"/>
            <a:ext cx="4444998" cy="239523"/>
          </a:xfrm>
          <a:custGeom>
            <a:avLst/>
            <a:gdLst>
              <a:gd name="connsiteX0" fmla="*/ 0 w 1874520"/>
              <a:gd name="connsiteY0" fmla="*/ 0 h 217800"/>
              <a:gd name="connsiteX1" fmla="*/ 1874520 w 1874520"/>
              <a:gd name="connsiteY1" fmla="*/ 0 h 217800"/>
              <a:gd name="connsiteX2" fmla="*/ 1874520 w 1874520"/>
              <a:gd name="connsiteY2" fmla="*/ 217800 h 217800"/>
              <a:gd name="connsiteX3" fmla="*/ 0 w 1874520"/>
              <a:gd name="connsiteY3" fmla="*/ 217800 h 217800"/>
              <a:gd name="connsiteX4" fmla="*/ 0 w 1874520"/>
              <a:gd name="connsiteY4" fmla="*/ 0 h 21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4520" h="217800">
                <a:moveTo>
                  <a:pt x="0" y="0"/>
                </a:moveTo>
                <a:lnTo>
                  <a:pt x="1874520" y="0"/>
                </a:lnTo>
                <a:lnTo>
                  <a:pt x="1874520" y="217800"/>
                </a:lnTo>
                <a:lnTo>
                  <a:pt x="0" y="217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8232" tIns="27940" rIns="78232" bIns="27940" numCol="1" spcCol="1270" anchor="ctr" anchorCtr="0">
            <a:noAutofit/>
          </a:bodyPr>
          <a:lstStyle/>
          <a:p>
            <a:pPr lvl="0" algn="r" defTabSz="4889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b="1" kern="1200" dirty="0" smtClean="0">
                <a:latin typeface="Times New Roman" pitchFamily="18" charset="0"/>
                <a:cs typeface="Times New Roman" pitchFamily="18" charset="0"/>
              </a:rPr>
              <a:t>ans =                                                  L1-BRD</a:t>
            </a:r>
            <a:endParaRPr lang="en-US" b="1" kern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Freeform 61"/>
          <p:cNvSpPr/>
          <p:nvPr/>
        </p:nvSpPr>
        <p:spPr>
          <a:xfrm>
            <a:off x="1447800" y="4800599"/>
            <a:ext cx="4724400" cy="307758"/>
          </a:xfrm>
          <a:custGeom>
            <a:avLst/>
            <a:gdLst>
              <a:gd name="connsiteX0" fmla="*/ 0 w 1874520"/>
              <a:gd name="connsiteY0" fmla="*/ 0 h 217800"/>
              <a:gd name="connsiteX1" fmla="*/ 1874520 w 1874520"/>
              <a:gd name="connsiteY1" fmla="*/ 0 h 217800"/>
              <a:gd name="connsiteX2" fmla="*/ 1874520 w 1874520"/>
              <a:gd name="connsiteY2" fmla="*/ 217800 h 217800"/>
              <a:gd name="connsiteX3" fmla="*/ 0 w 1874520"/>
              <a:gd name="connsiteY3" fmla="*/ 217800 h 217800"/>
              <a:gd name="connsiteX4" fmla="*/ 0 w 1874520"/>
              <a:gd name="connsiteY4" fmla="*/ 0 h 21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4520" h="217800">
                <a:moveTo>
                  <a:pt x="0" y="0"/>
                </a:moveTo>
                <a:lnTo>
                  <a:pt x="1874520" y="0"/>
                </a:lnTo>
                <a:lnTo>
                  <a:pt x="1874520" y="217800"/>
                </a:lnTo>
                <a:lnTo>
                  <a:pt x="0" y="217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8232" tIns="27940" rIns="78232" bIns="27940" numCol="1" spcCol="1270" anchor="ctr" anchorCtr="0">
            <a:noAutofit/>
          </a:bodyPr>
          <a:lstStyle/>
          <a:p>
            <a:r>
              <a:rPr lang="fr-FR" b="1" kern="1200" dirty="0" smtClean="0">
                <a:latin typeface="Times New Roman" pitchFamily="18" charset="0"/>
                <a:cs typeface="Times New Roman" pitchFamily="18" charset="0"/>
              </a:rPr>
              <a:t>  ans =                                               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Chi-square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Freeform 62"/>
          <p:cNvSpPr/>
          <p:nvPr/>
        </p:nvSpPr>
        <p:spPr>
          <a:xfrm>
            <a:off x="1447803" y="5638800"/>
            <a:ext cx="5181597" cy="400789"/>
          </a:xfrm>
          <a:custGeom>
            <a:avLst/>
            <a:gdLst>
              <a:gd name="connsiteX0" fmla="*/ 0 w 1874520"/>
              <a:gd name="connsiteY0" fmla="*/ 0 h 217800"/>
              <a:gd name="connsiteX1" fmla="*/ 1874520 w 1874520"/>
              <a:gd name="connsiteY1" fmla="*/ 0 h 217800"/>
              <a:gd name="connsiteX2" fmla="*/ 1874520 w 1874520"/>
              <a:gd name="connsiteY2" fmla="*/ 217800 h 217800"/>
              <a:gd name="connsiteX3" fmla="*/ 0 w 1874520"/>
              <a:gd name="connsiteY3" fmla="*/ 217800 h 217800"/>
              <a:gd name="connsiteX4" fmla="*/ 0 w 1874520"/>
              <a:gd name="connsiteY4" fmla="*/ 0 h 21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4520" h="217800">
                <a:moveTo>
                  <a:pt x="0" y="0"/>
                </a:moveTo>
                <a:lnTo>
                  <a:pt x="1874520" y="0"/>
                </a:lnTo>
                <a:lnTo>
                  <a:pt x="1874520" y="217800"/>
                </a:lnTo>
                <a:lnTo>
                  <a:pt x="0" y="217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8232" tIns="27940" rIns="78232" bIns="27940" numCol="1" spcCol="1270" anchor="ctr" anchorCtr="0">
            <a:noAutofit/>
          </a:bodyPr>
          <a:lstStyle/>
          <a:p>
            <a:pPr algn="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b="1" kern="1200" dirty="0" smtClean="0">
                <a:latin typeface="Times New Roman" pitchFamily="18" charset="0"/>
                <a:cs typeface="Times New Roman" pitchFamily="18" charset="0"/>
              </a:rPr>
              <a:t>ans =                                               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Chi-square-</a:t>
            </a:r>
            <a:r>
              <a:rPr lang="fr-FR" b="1" kern="1200" dirty="0" smtClean="0">
                <a:latin typeface="Times New Roman" pitchFamily="18" charset="0"/>
                <a:cs typeface="Times New Roman" pitchFamily="18" charset="0"/>
              </a:rPr>
              <a:t>BRD</a:t>
            </a:r>
            <a:endParaRPr lang="en-US" b="1" kern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Freeform 43"/>
          <p:cNvSpPr/>
          <p:nvPr/>
        </p:nvSpPr>
        <p:spPr>
          <a:xfrm>
            <a:off x="1196653" y="4159518"/>
            <a:ext cx="2918147" cy="260082"/>
          </a:xfrm>
          <a:custGeom>
            <a:avLst/>
            <a:gdLst>
              <a:gd name="connsiteX0" fmla="*/ 0 w 1872689"/>
              <a:gd name="connsiteY0" fmla="*/ 0 h 217800"/>
              <a:gd name="connsiteX1" fmla="*/ 1872689 w 1872689"/>
              <a:gd name="connsiteY1" fmla="*/ 0 h 217800"/>
              <a:gd name="connsiteX2" fmla="*/ 1872689 w 1872689"/>
              <a:gd name="connsiteY2" fmla="*/ 217800 h 217800"/>
              <a:gd name="connsiteX3" fmla="*/ 0 w 1872689"/>
              <a:gd name="connsiteY3" fmla="*/ 217800 h 217800"/>
              <a:gd name="connsiteX4" fmla="*/ 0 w 1872689"/>
              <a:gd name="connsiteY4" fmla="*/ 0 h 21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2689" h="217800">
                <a:moveTo>
                  <a:pt x="0" y="0"/>
                </a:moveTo>
                <a:lnTo>
                  <a:pt x="1872689" y="0"/>
                </a:lnTo>
                <a:lnTo>
                  <a:pt x="1872689" y="217800"/>
                </a:lnTo>
                <a:lnTo>
                  <a:pt x="0" y="217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8232" tIns="27940" rIns="78232" bIns="27940" numCol="1" spcCol="1270" anchor="ctr" anchorCtr="0">
            <a:noAutofit/>
          </a:bodyPr>
          <a:lstStyle/>
          <a:p>
            <a:pPr lvl="0" algn="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dirty="0">
                <a:latin typeface="Times New Roman" pitchFamily="18" charset="0"/>
                <a:cs typeface="Times New Roman" pitchFamily="18" charset="0"/>
              </a:rPr>
              <a:t> 0.0166 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0.0385    8.4154</a:t>
            </a:r>
            <a:endParaRPr lang="en-US" kern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Freeform 44"/>
          <p:cNvSpPr/>
          <p:nvPr/>
        </p:nvSpPr>
        <p:spPr>
          <a:xfrm>
            <a:off x="1219200" y="5105400"/>
            <a:ext cx="2918147" cy="260082"/>
          </a:xfrm>
          <a:custGeom>
            <a:avLst/>
            <a:gdLst>
              <a:gd name="connsiteX0" fmla="*/ 0 w 1872689"/>
              <a:gd name="connsiteY0" fmla="*/ 0 h 217800"/>
              <a:gd name="connsiteX1" fmla="*/ 1872689 w 1872689"/>
              <a:gd name="connsiteY1" fmla="*/ 0 h 217800"/>
              <a:gd name="connsiteX2" fmla="*/ 1872689 w 1872689"/>
              <a:gd name="connsiteY2" fmla="*/ 217800 h 217800"/>
              <a:gd name="connsiteX3" fmla="*/ 0 w 1872689"/>
              <a:gd name="connsiteY3" fmla="*/ 217800 h 217800"/>
              <a:gd name="connsiteX4" fmla="*/ 0 w 1872689"/>
              <a:gd name="connsiteY4" fmla="*/ 0 h 21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2689" h="217800">
                <a:moveTo>
                  <a:pt x="0" y="0"/>
                </a:moveTo>
                <a:lnTo>
                  <a:pt x="1872689" y="0"/>
                </a:lnTo>
                <a:lnTo>
                  <a:pt x="1872689" y="217800"/>
                </a:lnTo>
                <a:lnTo>
                  <a:pt x="0" y="217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8232" tIns="27940" rIns="78232" bIns="27940" numCol="1" spcCol="1270" anchor="ctr" anchorCtr="0">
            <a:noAutofit/>
          </a:bodyPr>
          <a:lstStyle/>
          <a:p>
            <a:pPr lvl="0" algn="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1.4495       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2.0363    1.4540</a:t>
            </a:r>
            <a:endParaRPr lang="en-US" kern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Freeform 45"/>
          <p:cNvSpPr/>
          <p:nvPr/>
        </p:nvSpPr>
        <p:spPr>
          <a:xfrm>
            <a:off x="1272853" y="6019800"/>
            <a:ext cx="2918147" cy="260082"/>
          </a:xfrm>
          <a:custGeom>
            <a:avLst/>
            <a:gdLst>
              <a:gd name="connsiteX0" fmla="*/ 0 w 1872689"/>
              <a:gd name="connsiteY0" fmla="*/ 0 h 217800"/>
              <a:gd name="connsiteX1" fmla="*/ 1872689 w 1872689"/>
              <a:gd name="connsiteY1" fmla="*/ 0 h 217800"/>
              <a:gd name="connsiteX2" fmla="*/ 1872689 w 1872689"/>
              <a:gd name="connsiteY2" fmla="*/ 217800 h 217800"/>
              <a:gd name="connsiteX3" fmla="*/ 0 w 1872689"/>
              <a:gd name="connsiteY3" fmla="*/ 217800 h 217800"/>
              <a:gd name="connsiteX4" fmla="*/ 0 w 1872689"/>
              <a:gd name="connsiteY4" fmla="*/ 0 h 21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2689" h="217800">
                <a:moveTo>
                  <a:pt x="0" y="0"/>
                </a:moveTo>
                <a:lnTo>
                  <a:pt x="1872689" y="0"/>
                </a:lnTo>
                <a:lnTo>
                  <a:pt x="1872689" y="217800"/>
                </a:lnTo>
                <a:lnTo>
                  <a:pt x="0" y="217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8232" tIns="27940" rIns="78232" bIns="27940" numCol="1" spcCol="1270" anchor="ctr" anchorCtr="0">
            <a:noAutofit/>
          </a:bodyPr>
          <a:lstStyle/>
          <a:p>
            <a:pPr lvl="0" algn="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0.0143       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0.0236    8.4091</a:t>
            </a:r>
            <a:endParaRPr lang="en-US" kern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283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76200"/>
            <a:ext cx="7498080" cy="1143000"/>
          </a:xfrm>
        </p:spPr>
        <p:txBody>
          <a:bodyPr/>
          <a:lstStyle/>
          <a:p>
            <a:r>
              <a:rPr lang="en-US" dirty="0" smtClean="0"/>
              <a:t>Next On The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143000"/>
            <a:ext cx="7498080" cy="55626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FontTx/>
              <a:buChar char="-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Feature Extraction Further Development</a:t>
            </a:r>
          </a:p>
          <a:p>
            <a:pPr marL="82296" indent="0">
              <a:lnSpc>
                <a:spcPct val="120000"/>
              </a:lnSpc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Individually, combine  and average color histograms for each class</a:t>
            </a:r>
          </a:p>
          <a:p>
            <a:pPr marL="82296" indent="0">
              <a:lnSpc>
                <a:spcPct val="120000"/>
              </a:lnSpc>
              <a:buNone/>
            </a:pPr>
            <a:endParaRPr lang="en-US" sz="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  <a:buFontTx/>
              <a:buChar char="-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Set Comparison</a:t>
            </a:r>
          </a:p>
          <a:p>
            <a:pPr marL="82296" indent="0">
              <a:lnSpc>
                <a:spcPct val="120000"/>
              </a:lnSpc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Create a list of category of the average histograms of each class</a:t>
            </a:r>
          </a:p>
          <a:p>
            <a:pPr marL="82296" indent="0">
              <a:lnSpc>
                <a:spcPct val="120000"/>
              </a:lnSpc>
              <a:buNone/>
            </a:pPr>
            <a:endParaRPr lang="en-US" sz="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  <a:buFontTx/>
              <a:buChar char="-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Apply Class &amp; Class feature comparison</a:t>
            </a:r>
          </a:p>
          <a:p>
            <a:pPr marL="82296" indent="0">
              <a:lnSpc>
                <a:spcPct val="120000"/>
              </a:lnSpc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Compare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classes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average histograms sets</a:t>
            </a:r>
          </a:p>
          <a:p>
            <a:pPr marL="82296" indent="0">
              <a:lnSpc>
                <a:spcPct val="120000"/>
              </a:lnSpc>
              <a:buNone/>
            </a:pPr>
            <a:endParaRPr lang="en-US" sz="800" dirty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lnSpc>
                <a:spcPct val="120000"/>
              </a:lnSpc>
              <a:buNone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- Classification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Comparison</a:t>
            </a:r>
          </a:p>
          <a:p>
            <a:pPr marL="82296" indent="0">
              <a:lnSpc>
                <a:spcPct val="120000"/>
              </a:lnSpc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Verify and separate data</a:t>
            </a:r>
          </a:p>
          <a:p>
            <a:pPr marL="82296" indent="0">
              <a:lnSpc>
                <a:spcPct val="120000"/>
              </a:lnSpc>
              <a:buNone/>
            </a:pPr>
            <a:endParaRPr lang="en-US" sz="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  <a:buFontTx/>
              <a:buChar char="-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Average Intersection    &amp; Features Implementation</a:t>
            </a:r>
          </a:p>
          <a:p>
            <a:pPr>
              <a:lnSpc>
                <a:spcPct val="120000"/>
              </a:lnSpc>
              <a:buFontTx/>
              <a:buChar char="-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Check for intersecting features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among classes</a:t>
            </a:r>
            <a:endParaRPr lang="en-US" sz="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lnSpc>
                <a:spcPct val="120000"/>
              </a:lnSpc>
              <a:buNone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- Implement SVM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279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dirty="0" smtClean="0">
                <a:latin typeface="Times New Roman" pitchFamily="18" charset="0"/>
                <a:cs typeface="Times New Roman" pitchFamily="18" charset="0"/>
              </a:rPr>
              <a:t>Project Flow Chart </a:t>
            </a:r>
            <a:endParaRPr lang="en-US" sz="66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4097909"/>
              </p:ext>
            </p:extLst>
          </p:nvPr>
        </p:nvGraphicFramePr>
        <p:xfrm>
          <a:off x="1435608" y="1447800"/>
          <a:ext cx="749808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Oval 4"/>
          <p:cNvSpPr/>
          <p:nvPr/>
        </p:nvSpPr>
        <p:spPr>
          <a:xfrm>
            <a:off x="2209800" y="2971800"/>
            <a:ext cx="1828800" cy="1752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Hybrid Descriptor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177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Some Benefits of a Hybrid Descriptor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8787858"/>
              </p:ext>
            </p:extLst>
          </p:nvPr>
        </p:nvGraphicFramePr>
        <p:xfrm>
          <a:off x="1435100" y="1676400"/>
          <a:ext cx="749935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3741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458</TotalTime>
  <Words>834</Words>
  <Application>Microsoft Office PowerPoint</Application>
  <PresentationFormat>On-screen Show (4:3)</PresentationFormat>
  <Paragraphs>189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Solstice</vt:lpstr>
      <vt:lpstr>Piter Garcia Color Histogram Descriptor</vt:lpstr>
      <vt:lpstr>Work Done &amp; In Progress </vt:lpstr>
      <vt:lpstr>Work Done &amp; In Progress </vt:lpstr>
      <vt:lpstr>Previously </vt:lpstr>
      <vt:lpstr>Combining Histograms</vt:lpstr>
      <vt:lpstr>PowerPoint Presentation</vt:lpstr>
      <vt:lpstr>PowerPoint Presentation</vt:lpstr>
      <vt:lpstr>Combining Histograms </vt:lpstr>
      <vt:lpstr>PowerPoint Presentation</vt:lpstr>
      <vt:lpstr>PowerPoint Presentation</vt:lpstr>
      <vt:lpstr>Bin Info &amp; Comparison</vt:lpstr>
      <vt:lpstr>Testing Methods and Comparison</vt:lpstr>
      <vt:lpstr>Testing Methods and Comparison</vt:lpstr>
      <vt:lpstr>Comparing Coast &amp; Tall-Building Classes</vt:lpstr>
      <vt:lpstr>PowerPoint Presentation</vt:lpstr>
      <vt:lpstr>Comparison of Two Histograms of Different Classes</vt:lpstr>
      <vt:lpstr>Comparing Coast &amp; Coast Class</vt:lpstr>
      <vt:lpstr>PowerPoint Presentation</vt:lpstr>
      <vt:lpstr>Comparison of Two Histograms of the Same Class</vt:lpstr>
      <vt:lpstr>Next On The List</vt:lpstr>
      <vt:lpstr>Project Flow Chart </vt:lpstr>
      <vt:lpstr>Some Benefits of a Hybrid Descriptor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 Histogram Descriptor</dc:title>
  <dc:creator>Zachary G.V.</dc:creator>
  <cp:lastModifiedBy>Zachary G.V.</cp:lastModifiedBy>
  <cp:revision>27</cp:revision>
  <dcterms:created xsi:type="dcterms:W3CDTF">2013-01-22T08:13:38Z</dcterms:created>
  <dcterms:modified xsi:type="dcterms:W3CDTF">2013-01-24T06:51:44Z</dcterms:modified>
</cp:coreProperties>
</file>