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png" ContentType="image/png"/>
  <Default Extension="xml" ContentType="application/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21.xml" ContentType="application/vnd.openxmlformats-officedocument.presentationml.slide+xml"/>
  <Override PartName="/ppt/slides/slide2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9.xml" ContentType="application/vnd.openxmlformats-officedocument.presentationml.slide+xml"/>
  <Override PartName="/ppt/slides/slide9.xml" ContentType="application/vnd.openxmlformats-officedocument.presentationml.slide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30.xml" ContentType="application/vnd.openxmlformats-officedocument.presentationml.slide+xml"/>
  <Override PartName="/ppt/slides/slide8.xml" ContentType="application/vnd.openxmlformats-officedocument.presentationml.slide+xml"/>
  <Override PartName="/ppt/slides/slide27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tableStyles.xml" ContentType="application/vnd.openxmlformats-officedocument.presentationml.tableStyles+xml"/>
</Types>
</file>

<file path=_rels/.rels><?xml version="1.0" encoding="UTF-8" standalone="yes"?><Relationships xmlns="http://schemas.openxmlformats.org/package/2006/relationships"><Relationship Target="ppt/presentation.xml" Type="http://schemas.openxmlformats.org/officeDocument/2006/relationships/officeDocument" Id="rId1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aveSubsetFonts="1" autoCompressPictures="0" mc:PreserveAttributes="mv:*" mc:Ignorable="mv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6858000" cx="9144000"/>
  <p:notesSz cy="9144000" cx="6858000"/>
  <p:defaultTextStyle>
    <a:defPPr algn="l" rtl="0" marR="0">
      <a:lnSpc>
        <a:spcPct val="100000"/>
      </a:lnSpc>
      <a:spcBef>
        <a:spcPts val="0"/>
      </a:spcBef>
      <a:spcAft>
        <a:spcPts val="0"/>
      </a:spcAft>
    </a:defPPr>
    <a:lvl1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90651C3A-4460-11DB-9652-00E08161165F}"/>
</file>

<file path=ppt/_rels/presentation.xml.rels><?xml version="1.0" encoding="UTF-8" standalone="yes"?><Relationships xmlns="http://schemas.openxmlformats.org/package/2006/relationships"><Relationship Target="slides/slide34.xml" Type="http://schemas.openxmlformats.org/officeDocument/2006/relationships/slide" Id="rId39"/><Relationship Target="slides/slide33.xml" Type="http://schemas.openxmlformats.org/officeDocument/2006/relationships/slide" Id="rId38"/><Relationship Target="slides/slide32.xml" Type="http://schemas.openxmlformats.org/officeDocument/2006/relationships/slide" Id="rId37"/><Relationship Target="slides/slide14.xml" Type="http://schemas.openxmlformats.org/officeDocument/2006/relationships/slide" Id="rId19"/><Relationship Target="slides/slide31.xml" Type="http://schemas.openxmlformats.org/officeDocument/2006/relationships/slide" Id="rId36"/><Relationship Target="slides/slide13.xml" Type="http://schemas.openxmlformats.org/officeDocument/2006/relationships/slide" Id="rId18"/><Relationship Target="slides/slide12.xml" Type="http://schemas.openxmlformats.org/officeDocument/2006/relationships/slide" Id="rId17"/><Relationship Target="slides/slide11.xml" Type="http://schemas.openxmlformats.org/officeDocument/2006/relationships/slide" Id="rId16"/><Relationship Target="slides/slide10.xml" Type="http://schemas.openxmlformats.org/officeDocument/2006/relationships/slide" Id="rId15"/><Relationship Target="slides/slide9.xml" Type="http://schemas.openxmlformats.org/officeDocument/2006/relationships/slide" Id="rId14"/><Relationship Target="slides/slide25.xml" Type="http://schemas.openxmlformats.org/officeDocument/2006/relationships/slide" Id="rId30"/><Relationship Target="slides/slide7.xml" Type="http://schemas.openxmlformats.org/officeDocument/2006/relationships/slide" Id="rId12"/><Relationship Target="slides/slide26.xml" Type="http://schemas.openxmlformats.org/officeDocument/2006/relationships/slide" Id="rId31"/><Relationship Target="slides/slide8.xml" Type="http://schemas.openxmlformats.org/officeDocument/2006/relationships/slide" Id="rId13"/><Relationship Target="slides/slide5.xml" Type="http://schemas.openxmlformats.org/officeDocument/2006/relationships/slide" Id="rId10"/><Relationship Target="slides/slide6.xml" Type="http://schemas.openxmlformats.org/officeDocument/2006/relationships/slide" Id="rId11"/><Relationship Target="slides/slide29.xml" Type="http://schemas.openxmlformats.org/officeDocument/2006/relationships/slide" Id="rId34"/><Relationship Target="slides/slide30.xml" Type="http://schemas.openxmlformats.org/officeDocument/2006/relationships/slide" Id="rId35"/><Relationship Target="slides/slide27.xml" Type="http://schemas.openxmlformats.org/officeDocument/2006/relationships/slide" Id="rId32"/><Relationship Target="slides/slide28.xml" Type="http://schemas.openxmlformats.org/officeDocument/2006/relationships/slide" Id="rId33"/><Relationship Target="slides/slide24.xml" Type="http://schemas.openxmlformats.org/officeDocument/2006/relationships/slide" Id="rId29"/><Relationship Target="slides/slide21.xml" Type="http://schemas.openxmlformats.org/officeDocument/2006/relationships/slide" Id="rId26"/><Relationship Target="slides/slide20.xml" Type="http://schemas.openxmlformats.org/officeDocument/2006/relationships/slide" Id="rId25"/><Relationship Target="slides/slide23.xml" Type="http://schemas.openxmlformats.org/officeDocument/2006/relationships/slide" Id="rId28"/><Relationship Target="slides/slide22.xml" Type="http://schemas.openxmlformats.org/officeDocument/2006/relationships/slide" Id="rId27"/><Relationship Target="presProps.xml" Type="http://schemas.openxmlformats.org/officeDocument/2006/relationships/presProps" Id="rId2"/><Relationship Target="slides/slide16.xml" Type="http://schemas.openxmlformats.org/officeDocument/2006/relationships/slide" Id="rId21"/><Relationship Target="slides/slide35.xml" Type="http://schemas.openxmlformats.org/officeDocument/2006/relationships/slide" Id="rId40"/><Relationship Target="theme/theme2.xml" Type="http://schemas.openxmlformats.org/officeDocument/2006/relationships/theme" Id="rId1"/><Relationship Target="slides/slide17.xml" Type="http://schemas.openxmlformats.org/officeDocument/2006/relationships/slide" Id="rId22"/><Relationship Target="slides/slide36.xml" Type="http://schemas.openxmlformats.org/officeDocument/2006/relationships/slide" Id="rId41"/><Relationship Target="slideMasters/slideMaster1.xml" Type="http://schemas.openxmlformats.org/officeDocument/2006/relationships/slideMaster" Id="rId4"/><Relationship Target="slides/slide18.xml" Type="http://schemas.openxmlformats.org/officeDocument/2006/relationships/slide" Id="rId23"/><Relationship Target="slides/slide37.xml" Type="http://schemas.openxmlformats.org/officeDocument/2006/relationships/slide" Id="rId42"/><Relationship Target="tableStyles.xml" Type="http://schemas.openxmlformats.org/officeDocument/2006/relationships/tableStyles" Id="rId3"/><Relationship Target="slides/slide19.xml" Type="http://schemas.openxmlformats.org/officeDocument/2006/relationships/slide" Id="rId24"/><Relationship Target="slides/slide15.xml" Type="http://schemas.openxmlformats.org/officeDocument/2006/relationships/slide" Id="rId20"/><Relationship Target="slides/slide4.xml" Type="http://schemas.openxmlformats.org/officeDocument/2006/relationships/slide" Id="rId9"/><Relationship Target="slides/slide1.xml" Type="http://schemas.openxmlformats.org/officeDocument/2006/relationships/slide" Id="rId6"/><Relationship Target="notesMasters/notesMaster1.xml" Type="http://schemas.openxmlformats.org/officeDocument/2006/relationships/notesMaster" Id="rId5"/><Relationship Target="slides/slide3.xml" Type="http://schemas.openxmlformats.org/officeDocument/2006/relationships/slide" Id="rId8"/><Relationship Target="slides/slide2.xml" Type="http://schemas.openxmlformats.org/officeDocument/2006/relationships/slide" Id="rId7"/></Relationships>
</file>

<file path=ppt/notesMasters/_rels/notesMaster1.xml.rels><?xml version="1.0" encoding="UTF-8" standalone="yes"?><Relationships xmlns="http://schemas.openxmlformats.org/package/2006/relationships"><Relationship Target="../theme/theme3.xml" Type="http://schemas.openxmlformats.org/officeDocument/2006/relationships/theme" Id="rId1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" name="Shape 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Shape 2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Shape 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marR="0" indent="0" marL="0">
              <a:defRPr strike="noStrike" u="none" b="0" cap="none" baseline="0" sz="1100" i="0"/>
            </a:lvl1pPr>
            <a:lvl2pPr algn="l" rtl="0" marR="0" indent="0" marL="0">
              <a:defRPr strike="noStrike" u="none" b="0" cap="none" baseline="0" sz="1100" i="0"/>
            </a:lvl2pPr>
            <a:lvl3pPr algn="l" rtl="0" marR="0" indent="0" marL="0">
              <a:defRPr strike="noStrike" u="none" b="0" cap="none" baseline="0" sz="1100" i="0"/>
            </a:lvl3pPr>
            <a:lvl4pPr algn="l" rtl="0" marR="0" indent="0" marL="0">
              <a:defRPr strike="noStrike" u="none" b="0" cap="none" baseline="0" sz="1100" i="0"/>
            </a:lvl4pPr>
            <a:lvl5pPr algn="l" rtl="0" marR="0" indent="0" marL="0">
              <a:defRPr strike="noStrike" u="none" b="0" cap="none" baseline="0" sz="1100" i="0"/>
            </a:lvl5pPr>
            <a:lvl6pPr algn="l" rtl="0" marR="0" indent="0" marL="0">
              <a:defRPr strike="noStrike" u="none" b="0" cap="none" baseline="0" sz="1100" i="0"/>
            </a:lvl6pPr>
            <a:lvl7pPr algn="l" rtl="0" marR="0" indent="0" marL="0">
              <a:defRPr strike="noStrike" u="none" b="0" cap="none" baseline="0" sz="1100" i="0"/>
            </a:lvl7pPr>
            <a:lvl8pPr algn="l" rtl="0" marR="0" indent="0" marL="0">
              <a:defRPr strike="noStrike" u="none" b="0" cap="none" baseline="0" sz="1100" i="0"/>
            </a:lvl8pPr>
            <a:lvl9pPr algn="l" rtl="0" marR="0" indent="0" marL="0">
              <a:defRPr strike="noStrike" u="none" b="0" cap="none" baseline="0" sz="1100" i="0"/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</p:notesMaster>
</file>

<file path=ppt/notesSlides/_rels/notesSlide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60" name="Shape 6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1" name="Shape 61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Shape 6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65" name="Shape 6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6" name="Shape 66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Shape 6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74" name="Shape 7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5" name="Shape 75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Shape 7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84" name="Shape 8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5" name="Shape 85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Shape 8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5" name="Shape 9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6" name="Shape 96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Shape 9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6" name="Shape 10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7" name="Shape 107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Shape 10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17" name="Shape 11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8" name="Shape 118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Shape 11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28" name="Shape 12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9" name="Shape 129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Shape 13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40" name="Shape 14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1" name="Shape 141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Shape 14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45" name="Shape 14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6" name="Shape 146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Shape 14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53" name="Shape 15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4" name="Shape 154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Shape 15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72" name="Shape 17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3" name="Shape 173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Shape 17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86" name="Shape 18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7" name="Shape 187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Shape 18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94" name="Shape 19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5" name="Shape 195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Shape 19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08" name="Shape 20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9" name="Shape 209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Shape 21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20" name="Shape 22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1" name="Shape 221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Shape 22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31" name="Shape 23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2" name="Shape 232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Shape 23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46" name="Shape 24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7" name="Shape 247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Shape 24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52" name="Shape 25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3" name="Shape 253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Shape 25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57" name="Shape 25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8" name="Shape 258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Shape 25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63" name="Shape 26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4" name="Shape 264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Shape 26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69" name="Shape 26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0" name="Shape 270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Shape 27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76" name="Shape 27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7" name="Shape 277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Shape 27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81" name="Shape 28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2" name="Shape 282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Shape 28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86" name="Shape 28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7" name="Shape 287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Shape 28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91" name="Shape 29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2" name="Shape 292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Shape 29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97" name="Shape 29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8" name="Shape 298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Shape 29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04" name="Shape 30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5" name="Shape 305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Shape 30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10" name="Shape 31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1" name="Shape 31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  <p:sp>
        <p:nvSpPr>
          <p:cNvPr id="312" name="Shape 312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17" name="Shape 31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8" name="Shape 318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Shape 31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23" name="Shape 32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4" name="Shape 32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  <p:sp>
        <p:nvSpPr>
          <p:cNvPr id="325" name="Shape 325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29" name="Shape 32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0" name="Shape 33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  <p:sp>
        <p:nvSpPr>
          <p:cNvPr id="331" name="Shape 331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35" name="Shape 33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6" name="Shape 33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  <p:sp>
        <p:nvSpPr>
          <p:cNvPr id="337" name="Shape 337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41" name="Shape 34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2" name="Shape 34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  <p:sp>
        <p:nvSpPr>
          <p:cNvPr id="343" name="Shape 343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95" name="Shape 39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96" name="Shape 39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  <p:sp>
        <p:nvSpPr>
          <p:cNvPr id="397" name="Shape 397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413" name="Shape 41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14" name="Shape 41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  <p:sp>
        <p:nvSpPr>
          <p:cNvPr id="415" name="Shape 415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419" name="Shape 41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20" name="Shape 420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Shape 42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2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3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4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5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6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" type="title">
  <p:cSld name="title">
    <p:spTree>
      <p:nvGrpSpPr>
        <p:cNvPr id="7" name="Shape 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" name="Shape 8"/>
          <p:cNvSpPr/>
          <p:nvPr/>
        </p:nvSpPr>
        <p:spPr>
          <a:xfrm>
            <a:off y="4056001" x="381000"/>
            <a:ext cy="803275" cx="2835275"/>
          </a:xfrm>
          <a:custGeom>
            <a:pathLst>
              <a:path w="3572" extrusionOk="0" h="1012">
                <a:moveTo>
                  <a:pt y="303" x="1427"/>
                </a:moveTo>
                <a:lnTo>
                  <a:pt y="303" x="1427"/>
                </a:lnTo>
                <a:lnTo>
                  <a:pt y="0" x="1427"/>
                </a:lnTo>
                <a:lnTo>
                  <a:pt y="0" x="0"/>
                </a:lnTo>
                <a:lnTo>
                  <a:pt y="594" x="0"/>
                </a:lnTo>
                <a:lnTo>
                  <a:pt y="594" x="0"/>
                </a:lnTo>
                <a:lnTo>
                  <a:pt y="615" x="0"/>
                </a:lnTo>
                <a:lnTo>
                  <a:pt y="636" x="1"/>
                </a:lnTo>
                <a:lnTo>
                  <a:pt y="658" x="5"/>
                </a:lnTo>
                <a:lnTo>
                  <a:pt y="679" x="10"/>
                </a:lnTo>
                <a:lnTo>
                  <a:pt y="698" x="16"/>
                </a:lnTo>
                <a:lnTo>
                  <a:pt y="718" x="23"/>
                </a:lnTo>
                <a:lnTo>
                  <a:pt y="738" x="31"/>
                </a:lnTo>
                <a:lnTo>
                  <a:pt y="757" x="39"/>
                </a:lnTo>
                <a:lnTo>
                  <a:pt y="775" x="49"/>
                </a:lnTo>
                <a:lnTo>
                  <a:pt y="793" x="60"/>
                </a:lnTo>
                <a:lnTo>
                  <a:pt y="811" x="73"/>
                </a:lnTo>
                <a:lnTo>
                  <a:pt y="827" x="86"/>
                </a:lnTo>
                <a:lnTo>
                  <a:pt y="844" x="99"/>
                </a:lnTo>
                <a:lnTo>
                  <a:pt y="860" x="114"/>
                </a:lnTo>
                <a:lnTo>
                  <a:pt y="875" x="130"/>
                </a:lnTo>
                <a:lnTo>
                  <a:pt y="889" x="147"/>
                </a:lnTo>
                <a:lnTo>
                  <a:pt y="902" x="165"/>
                </a:lnTo>
                <a:lnTo>
                  <a:pt y="917" x="183"/>
                </a:lnTo>
                <a:lnTo>
                  <a:pt y="929" x="202"/>
                </a:lnTo>
                <a:lnTo>
                  <a:pt y="940" x="222"/>
                </a:lnTo>
                <a:lnTo>
                  <a:pt y="951" x="243"/>
                </a:lnTo>
                <a:lnTo>
                  <a:pt y="961" x="264"/>
                </a:lnTo>
                <a:lnTo>
                  <a:pt y="971" x="285"/>
                </a:lnTo>
                <a:lnTo>
                  <a:pt y="979" x="308"/>
                </a:lnTo>
                <a:lnTo>
                  <a:pt y="986" x="331"/>
                </a:lnTo>
                <a:lnTo>
                  <a:pt y="992" x="354"/>
                </a:lnTo>
                <a:lnTo>
                  <a:pt y="999" x="378"/>
                </a:lnTo>
                <a:lnTo>
                  <a:pt y="1004" x="403"/>
                </a:lnTo>
                <a:lnTo>
                  <a:pt y="1007" x="427"/>
                </a:lnTo>
                <a:lnTo>
                  <a:pt y="1010" x="454"/>
                </a:lnTo>
                <a:lnTo>
                  <a:pt y="1012" x="478"/>
                </a:lnTo>
                <a:lnTo>
                  <a:pt y="1012" x="504"/>
                </a:lnTo>
                <a:lnTo>
                  <a:pt y="1012" x="3572"/>
                </a:lnTo>
                <a:lnTo>
                  <a:pt y="760" x="3572"/>
                </a:lnTo>
                <a:lnTo>
                  <a:pt y="760" x="1882"/>
                </a:lnTo>
                <a:lnTo>
                  <a:pt y="760" x="1882"/>
                </a:lnTo>
                <a:lnTo>
                  <a:pt y="759" x="1859"/>
                </a:lnTo>
                <a:lnTo>
                  <a:pt y="757" x="1836"/>
                </a:lnTo>
                <a:lnTo>
                  <a:pt y="754" x="1814"/>
                </a:lnTo>
                <a:lnTo>
                  <a:pt y="751" x="1791"/>
                </a:lnTo>
                <a:lnTo>
                  <a:pt y="746" x="1768"/>
                </a:lnTo>
                <a:lnTo>
                  <a:pt y="739" x="1747"/>
                </a:lnTo>
                <a:lnTo>
                  <a:pt y="733" x="1725"/>
                </a:lnTo>
                <a:lnTo>
                  <a:pt y="724" x="1704"/>
                </a:lnTo>
                <a:lnTo>
                  <a:pt y="715" x="1685"/>
                </a:lnTo>
                <a:lnTo>
                  <a:pt y="705" x="1665"/>
                </a:lnTo>
                <a:lnTo>
                  <a:pt y="693" x="1645"/>
                </a:lnTo>
                <a:lnTo>
                  <a:pt y="682" x="1627"/>
                </a:lnTo>
                <a:lnTo>
                  <a:pt y="669" x="1609"/>
                </a:lnTo>
                <a:lnTo>
                  <a:pt y="656" x="1592"/>
                </a:lnTo>
                <a:lnTo>
                  <a:pt y="641" x="1575"/>
                </a:lnTo>
                <a:lnTo>
                  <a:pt y="627" x="1560"/>
                </a:lnTo>
                <a:lnTo>
                  <a:pt y="610" x="1544"/>
                </a:lnTo>
                <a:lnTo>
                  <a:pt y="594" x="1529"/>
                </a:lnTo>
                <a:lnTo>
                  <a:pt y="576" x="1516"/>
                </a:lnTo>
                <a:lnTo>
                  <a:pt y="558" x="1503"/>
                </a:lnTo>
                <a:lnTo>
                  <a:pt y="540" x="1492"/>
                </a:lnTo>
                <a:lnTo>
                  <a:pt y="520" x="1480"/>
                </a:lnTo>
                <a:lnTo>
                  <a:pt y="501" x="1471"/>
                </a:lnTo>
                <a:lnTo>
                  <a:pt y="481" x="1463"/>
                </a:lnTo>
                <a:lnTo>
                  <a:pt y="460" x="1454"/>
                </a:lnTo>
                <a:lnTo>
                  <a:pt y="439" x="1446"/>
                </a:lnTo>
                <a:lnTo>
                  <a:pt y="418" x="1440"/>
                </a:lnTo>
                <a:lnTo>
                  <a:pt y="395" x="1435"/>
                </a:lnTo>
                <a:lnTo>
                  <a:pt y="372" x="1432"/>
                </a:lnTo>
                <a:lnTo>
                  <a:pt y="349" x="1428"/>
                </a:lnTo>
                <a:lnTo>
                  <a:pt y="326" x="1427"/>
                </a:lnTo>
                <a:lnTo>
                  <a:pt y="303" x="1427"/>
                </a:lnTo>
                <a:lnTo>
                  <a:pt y="303" x="14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9" name="Shape 9"/>
          <p:cNvSpPr/>
          <p:nvPr/>
        </p:nvSpPr>
        <p:spPr>
          <a:xfrm>
            <a:off y="4659251" x="6781800"/>
            <a:ext cy="736601" cx="1903412"/>
          </a:xfrm>
          <a:custGeom>
            <a:pathLst>
              <a:path w="2398" extrusionOk="0" h="927">
                <a:moveTo>
                  <a:pt y="708" x="971"/>
                </a:moveTo>
                <a:lnTo>
                  <a:pt y="708" x="971"/>
                </a:lnTo>
                <a:lnTo>
                  <a:pt y="927" x="971"/>
                </a:lnTo>
                <a:lnTo>
                  <a:pt y="927" x="2398"/>
                </a:lnTo>
                <a:lnTo>
                  <a:pt y="418" x="2398"/>
                </a:lnTo>
                <a:lnTo>
                  <a:pt y="418" x="2398"/>
                </a:lnTo>
                <a:lnTo>
                  <a:pt y="395" x="2398"/>
                </a:lnTo>
                <a:lnTo>
                  <a:pt y="374" x="2395"/>
                </a:lnTo>
                <a:lnTo>
                  <a:pt y="354" x="2392"/>
                </a:lnTo>
                <a:lnTo>
                  <a:pt y="333" x="2389"/>
                </a:lnTo>
                <a:lnTo>
                  <a:pt y="313" x="2382"/>
                </a:lnTo>
                <a:lnTo>
                  <a:pt y="294" x="2375"/>
                </a:lnTo>
                <a:lnTo>
                  <a:pt y="274" x="2367"/>
                </a:lnTo>
                <a:lnTo>
                  <a:pt y="254" x="2359"/>
                </a:lnTo>
                <a:lnTo>
                  <a:pt y="236" x="2348"/>
                </a:lnTo>
                <a:lnTo>
                  <a:pt y="219" x="2338"/>
                </a:lnTo>
                <a:lnTo>
                  <a:pt y="201" x="2325"/>
                </a:lnTo>
                <a:lnTo>
                  <a:pt y="184" x="2312"/>
                </a:lnTo>
                <a:lnTo>
                  <a:pt y="168" x="2299"/>
                </a:lnTo>
                <a:lnTo>
                  <a:pt y="152" x="2282"/>
                </a:lnTo>
                <a:lnTo>
                  <a:pt y="137" x="2268"/>
                </a:lnTo>
                <a:lnTo>
                  <a:pt y="122" x="2250"/>
                </a:lnTo>
                <a:lnTo>
                  <a:pt y="108" x="2233"/>
                </a:lnTo>
                <a:lnTo>
                  <a:pt y="94" x="2214"/>
                </a:lnTo>
                <a:lnTo>
                  <a:pt y="83" x="2196"/>
                </a:lnTo>
                <a:lnTo>
                  <a:pt y="70" x="2176"/>
                </a:lnTo>
                <a:lnTo>
                  <a:pt y="60" x="2155"/>
                </a:lnTo>
                <a:lnTo>
                  <a:pt y="50" x="2134"/>
                </a:lnTo>
                <a:lnTo>
                  <a:pt y="41" x="2113"/>
                </a:lnTo>
                <a:lnTo>
                  <a:pt y="32" x="2090"/>
                </a:lnTo>
                <a:lnTo>
                  <a:pt y="24" x="2067"/>
                </a:lnTo>
                <a:lnTo>
                  <a:pt y="18" x="2044"/>
                </a:lnTo>
                <a:lnTo>
                  <a:pt y="13" x="2020"/>
                </a:lnTo>
                <a:lnTo>
                  <a:pt y="8" x="1995"/>
                </a:lnTo>
                <a:lnTo>
                  <a:pt y="5" x="1971"/>
                </a:lnTo>
                <a:lnTo>
                  <a:pt y="1" x="1944"/>
                </a:lnTo>
                <a:lnTo>
                  <a:pt y="0" x="1920"/>
                </a:lnTo>
                <a:lnTo>
                  <a:pt y="0" x="1894"/>
                </a:lnTo>
                <a:lnTo>
                  <a:pt y="0" x="0"/>
                </a:lnTo>
                <a:lnTo>
                  <a:pt y="251" x="0"/>
                </a:lnTo>
                <a:lnTo>
                  <a:pt y="251" x="514"/>
                </a:lnTo>
                <a:lnTo>
                  <a:pt y="251" x="514"/>
                </a:lnTo>
                <a:lnTo>
                  <a:pt y="251" x="539"/>
                </a:lnTo>
                <a:lnTo>
                  <a:pt y="254" x="562"/>
                </a:lnTo>
                <a:lnTo>
                  <a:pt y="256" x="585"/>
                </a:lnTo>
                <a:lnTo>
                  <a:pt y="261" x="607"/>
                </a:lnTo>
                <a:lnTo>
                  <a:pt y="266" x="629"/>
                </a:lnTo>
                <a:lnTo>
                  <a:pt y="272" x="651"/>
                </a:lnTo>
                <a:lnTo>
                  <a:pt y="279" x="673"/>
                </a:lnTo>
                <a:lnTo>
                  <a:pt y="287" x="692"/>
                </a:lnTo>
                <a:lnTo>
                  <a:pt y="297" x="713"/>
                </a:lnTo>
                <a:lnTo>
                  <a:pt y="307" x="733"/>
                </a:lnTo>
                <a:lnTo>
                  <a:pt y="318" x="753"/>
                </a:lnTo>
                <a:lnTo>
                  <a:pt y="330" x="771"/>
                </a:lnTo>
                <a:lnTo>
                  <a:pt y="343" x="789"/>
                </a:lnTo>
                <a:lnTo>
                  <a:pt y="356" x="805"/>
                </a:lnTo>
                <a:lnTo>
                  <a:pt y="370" x="823"/>
                </a:lnTo>
                <a:lnTo>
                  <a:pt y="385" x="838"/>
                </a:lnTo>
                <a:lnTo>
                  <a:pt y="401" x="854"/>
                </a:lnTo>
                <a:lnTo>
                  <a:pt y="418" x="867"/>
                </a:lnTo>
                <a:lnTo>
                  <a:pt y="434" x="882"/>
                </a:lnTo>
                <a:lnTo>
                  <a:pt y="452" x="893"/>
                </a:lnTo>
                <a:lnTo>
                  <a:pt y="472" x="906"/>
                </a:lnTo>
                <a:lnTo>
                  <a:pt y="491" x="918"/>
                </a:lnTo>
                <a:lnTo>
                  <a:pt y="511" x="927"/>
                </a:lnTo>
                <a:lnTo>
                  <a:pt y="530" x="936"/>
                </a:lnTo>
                <a:lnTo>
                  <a:pt y="552" x="944"/>
                </a:lnTo>
                <a:lnTo>
                  <a:pt y="573" x="952"/>
                </a:lnTo>
                <a:lnTo>
                  <a:pt y="594" x="957"/>
                </a:lnTo>
                <a:lnTo>
                  <a:pt y="617" x="963"/>
                </a:lnTo>
                <a:lnTo>
                  <a:pt y="638" x="967"/>
                </a:lnTo>
                <a:lnTo>
                  <a:pt y="661" x="970"/>
                </a:lnTo>
                <a:lnTo>
                  <a:pt y="685" x="971"/>
                </a:lnTo>
                <a:lnTo>
                  <a:pt y="708" x="971"/>
                </a:lnTo>
                <a:lnTo>
                  <a:pt y="708" x="97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10" name="Shape 10"/>
          <p:cNvSpPr/>
          <p:nvPr/>
        </p:nvSpPr>
        <p:spPr>
          <a:xfrm>
            <a:off y="0" x="381000"/>
            <a:ext cy="3962399" cx="11366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11" name="Shape 11"/>
          <p:cNvSpPr/>
          <p:nvPr/>
        </p:nvSpPr>
        <p:spPr>
          <a:xfrm>
            <a:off y="4659251" x="3268663"/>
            <a:ext cy="200099" cx="1700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12" name="Shape 12"/>
          <p:cNvSpPr/>
          <p:nvPr/>
        </p:nvSpPr>
        <p:spPr>
          <a:xfrm>
            <a:off y="4659251" x="5021262"/>
            <a:ext cy="200099" cx="168419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13" name="Shape 13"/>
          <p:cNvSpPr/>
          <p:nvPr/>
        </p:nvSpPr>
        <p:spPr>
          <a:xfrm>
            <a:off y="5449826" x="7546975"/>
            <a:ext cy="1409700" cx="1139823"/>
          </a:xfrm>
          <a:custGeom>
            <a:pathLst>
              <a:path w="1437" extrusionOk="0" h="1776">
                <a:moveTo>
                  <a:pt y="1776" x="1435"/>
                </a:moveTo>
                <a:lnTo>
                  <a:pt y="1776" x="0"/>
                </a:lnTo>
                <a:lnTo>
                  <a:pt y="0" x="2"/>
                </a:lnTo>
                <a:lnTo>
                  <a:pt y="0" x="1437"/>
                </a:lnTo>
                <a:lnTo>
                  <a:pt y="1776" x="143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14" name="Shape 14"/>
          <p:cNvSpPr txBox="1"/>
          <p:nvPr>
            <p:ph type="ctrTitle"/>
          </p:nvPr>
        </p:nvSpPr>
        <p:spPr>
          <a:xfrm>
            <a:off y="2916233" x="2220059"/>
            <a:ext cy="1650599" cx="47100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ctr" rtl="0" marR="0" indent="3048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trike="noStrike" u="none" b="1" cap="none" baseline="0" sz="48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algn="ctr" rtl="0" marR="0" indent="3048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trike="noStrike" u="none" b="1" cap="none" baseline="0" sz="48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algn="ctr" rtl="0" marR="0" indent="304800" mar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strike="noStrike" u="none" b="1" cap="none" baseline="0" sz="48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rtl="0" marR="0" indent="304800" mar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strike="noStrike" u="none" b="1" cap="none" baseline="0" sz="48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rtl="0" marR="0" indent="304800" mar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strike="noStrike" u="none" b="1" cap="none" baseline="0" sz="48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rtl="0" marR="0" indent="304800" mar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strike="noStrike" u="none" b="1" cap="none" baseline="0" sz="48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rtl="0" marR="0" indent="304800" mar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strike="noStrike" u="none" b="1" cap="none" baseline="0" sz="48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rtl="0" marR="0" indent="304800" mar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strike="noStrike" u="none" b="1" cap="none" baseline="0" sz="48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rtl="0" marR="0" indent="304800" mar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strike="noStrike" u="none" b="1" cap="none" baseline="0" sz="48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" type="subTitle"/>
          </p:nvPr>
        </p:nvSpPr>
        <p:spPr>
          <a:xfrm>
            <a:off y="4974907" x="2220059"/>
            <a:ext cy="884998" cx="47100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ctr" rtl="0" marR="0" indent="1524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algn="ctr" rtl="0" marR="0" indent="1524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algn="ctr" rtl="0" marR="0" indent="1524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algn="ctr" rtl="0" marR="0" indent="1524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algn="ctr" rtl="0" marR="0" indent="1524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algn="ctr" rtl="0" marR="0" indent="1524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algn="ctr" rtl="0" marR="0" indent="1524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algn="ctr" rtl="0" marR="0" indent="1524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algn="ctr" rtl="0" marR="0" indent="1524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x" type="tx">
  <p:cSld name="tx">
    <p:spTree>
      <p:nvGrpSpPr>
        <p:cNvPr id="16" name="Shape 1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" name="Shape 17"/>
          <p:cNvSpPr/>
          <p:nvPr/>
        </p:nvSpPr>
        <p:spPr>
          <a:xfrm>
            <a:off y="1371600" x="152401"/>
            <a:ext cy="3182936" cx="2208211"/>
          </a:xfrm>
          <a:custGeom>
            <a:pathLst>
              <a:path w="2782" extrusionOk="0" h="4010">
                <a:moveTo>
                  <a:pt y="719" x="635"/>
                </a:moveTo>
                <a:lnTo>
                  <a:pt y="719" x="635"/>
                </a:lnTo>
                <a:lnTo>
                  <a:pt y="4010" x="635"/>
                </a:lnTo>
                <a:lnTo>
                  <a:pt y="4010" x="0"/>
                </a:lnTo>
                <a:lnTo>
                  <a:pt y="418" x="0"/>
                </a:lnTo>
                <a:lnTo>
                  <a:pt y="418" x="0"/>
                </a:lnTo>
                <a:lnTo>
                  <a:pt y="397" x="0"/>
                </a:lnTo>
                <a:lnTo>
                  <a:pt y="376" x="2"/>
                </a:lnTo>
                <a:lnTo>
                  <a:pt y="355" x="5"/>
                </a:lnTo>
                <a:lnTo>
                  <a:pt y="333" x="10"/>
                </a:lnTo>
                <a:lnTo>
                  <a:pt y="314" x="15"/>
                </a:lnTo>
                <a:lnTo>
                  <a:pt y="294" x="21"/>
                </a:lnTo>
                <a:lnTo>
                  <a:pt y="275" x="29"/>
                </a:lnTo>
                <a:lnTo>
                  <a:pt y="255" x="39"/>
                </a:lnTo>
                <a:lnTo>
                  <a:pt y="237" x="49"/>
                </a:lnTo>
                <a:lnTo>
                  <a:pt y="219" x="60"/>
                </a:lnTo>
                <a:lnTo>
                  <a:pt y="201" x="72"/>
                </a:lnTo>
                <a:lnTo>
                  <a:pt y="185" x="85"/>
                </a:lnTo>
                <a:lnTo>
                  <a:pt y="169" x="100"/>
                </a:lnTo>
                <a:lnTo>
                  <a:pt y="152" x="114"/>
                </a:lnTo>
                <a:lnTo>
                  <a:pt y="137" x="131"/>
                </a:lnTo>
                <a:lnTo>
                  <a:pt y="123" x="147"/>
                </a:lnTo>
                <a:lnTo>
                  <a:pt y="110" x="165"/>
                </a:lnTo>
                <a:lnTo>
                  <a:pt y="97" x="183"/>
                </a:lnTo>
                <a:lnTo>
                  <a:pt y="84" x="202"/>
                </a:lnTo>
                <a:lnTo>
                  <a:pt y="72" x="222"/>
                </a:lnTo>
                <a:lnTo>
                  <a:pt y="61" x="242"/>
                </a:lnTo>
                <a:lnTo>
                  <a:pt y="51" x="263"/>
                </a:lnTo>
                <a:lnTo>
                  <a:pt y="41" x="286"/>
                </a:lnTo>
                <a:lnTo>
                  <a:pt y="33" x="307"/>
                </a:lnTo>
                <a:lnTo>
                  <a:pt y="26" x="330"/>
                </a:lnTo>
                <a:lnTo>
                  <a:pt y="20" x="354"/>
                </a:lnTo>
                <a:lnTo>
                  <a:pt y="13" x="379"/>
                </a:lnTo>
                <a:lnTo>
                  <a:pt y="9" x="403"/>
                </a:lnTo>
                <a:lnTo>
                  <a:pt y="5" x="428"/>
                </a:lnTo>
                <a:lnTo>
                  <a:pt y="4" x="452"/>
                </a:lnTo>
                <a:lnTo>
                  <a:pt y="2" x="478"/>
                </a:lnTo>
                <a:lnTo>
                  <a:pt y="0" x="504"/>
                </a:lnTo>
                <a:lnTo>
                  <a:pt y="0" x="2782"/>
                </a:lnTo>
                <a:lnTo>
                  <a:pt y="263" x="2782"/>
                </a:lnTo>
                <a:lnTo>
                  <a:pt y="263" x="1092"/>
                </a:lnTo>
                <a:lnTo>
                  <a:pt y="263" x="1092"/>
                </a:lnTo>
                <a:lnTo>
                  <a:pt y="263" x="1069"/>
                </a:lnTo>
                <a:lnTo>
                  <a:pt y="265" x="1045"/>
                </a:lnTo>
                <a:lnTo>
                  <a:pt y="268" x="1022"/>
                </a:lnTo>
                <a:lnTo>
                  <a:pt y="271" x="1001"/>
                </a:lnTo>
                <a:lnTo>
                  <a:pt y="276" x="978"/>
                </a:lnTo>
                <a:lnTo>
                  <a:pt y="283" x="957"/>
                </a:lnTo>
                <a:lnTo>
                  <a:pt y="291" x="935"/>
                </a:lnTo>
                <a:lnTo>
                  <a:pt y="299" x="914"/>
                </a:lnTo>
                <a:lnTo>
                  <a:pt y="307" x="895"/>
                </a:lnTo>
                <a:lnTo>
                  <a:pt y="317" x="875"/>
                </a:lnTo>
                <a:lnTo>
                  <a:pt y="329" x="855"/>
                </a:lnTo>
                <a:lnTo>
                  <a:pt y="340" x="838"/>
                </a:lnTo>
                <a:lnTo>
                  <a:pt y="353" x="820"/>
                </a:lnTo>
                <a:lnTo>
                  <a:pt y="368" x="802"/>
                </a:lnTo>
                <a:lnTo>
                  <a:pt y="381" x="785"/>
                </a:lnTo>
                <a:lnTo>
                  <a:pt y="397" x="769"/>
                </a:lnTo>
                <a:lnTo>
                  <a:pt y="412" x="754"/>
                </a:lnTo>
                <a:lnTo>
                  <a:pt y="428" x="740"/>
                </a:lnTo>
                <a:lnTo>
                  <a:pt y="446" x="727"/>
                </a:lnTo>
                <a:lnTo>
                  <a:pt y="464" x="713"/>
                </a:lnTo>
                <a:lnTo>
                  <a:pt y="482" x="702"/>
                </a:lnTo>
                <a:lnTo>
                  <a:pt y="502" x="691"/>
                </a:lnTo>
                <a:lnTo>
                  <a:pt y="521" x="681"/>
                </a:lnTo>
                <a:lnTo>
                  <a:pt y="542" x="671"/>
                </a:lnTo>
                <a:lnTo>
                  <a:pt y="562" x="663"/>
                </a:lnTo>
                <a:lnTo>
                  <a:pt y="583" x="656"/>
                </a:lnTo>
                <a:lnTo>
                  <a:pt y="606" x="650"/>
                </a:lnTo>
                <a:lnTo>
                  <a:pt y="627" x="645"/>
                </a:lnTo>
                <a:lnTo>
                  <a:pt y="650" x="640"/>
                </a:lnTo>
                <a:lnTo>
                  <a:pt y="673" x="638"/>
                </a:lnTo>
                <a:lnTo>
                  <a:pt y="696" x="637"/>
                </a:lnTo>
                <a:lnTo>
                  <a:pt y="719" x="635"/>
                </a:lnTo>
                <a:lnTo>
                  <a:pt y="719" x="63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18" name="Shape 18"/>
          <p:cNvSpPr/>
          <p:nvPr/>
        </p:nvSpPr>
        <p:spPr>
          <a:xfrm>
            <a:off y="4641850" x="152401"/>
            <a:ext cy="2216099" cx="4985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19" name="Shape 19"/>
          <p:cNvSpPr/>
          <p:nvPr/>
        </p:nvSpPr>
        <p:spPr>
          <a:xfrm>
            <a:off y="1371600" x="2413000"/>
            <a:ext cy="207900" cx="24320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20" name="Shape 20"/>
          <p:cNvSpPr/>
          <p:nvPr/>
        </p:nvSpPr>
        <p:spPr>
          <a:xfrm>
            <a:off y="1371600" x="4911726"/>
            <a:ext cy="207900" cx="1965299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21" name="Shape 21"/>
          <p:cNvSpPr/>
          <p:nvPr/>
        </p:nvSpPr>
        <p:spPr>
          <a:xfrm>
            <a:off y="1371600" x="6943725"/>
            <a:ext cy="207900" cx="2200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y="1579562" x="854948"/>
            <a:ext cy="49881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 indent="-457200" marL="457200">
              <a:defRPr>
                <a:solidFill>
                  <a:schemeClr val="lt2"/>
                </a:solidFill>
              </a:defRPr>
            </a:lvl1pPr>
            <a:lvl2pPr rtl="0" indent="-342900" marL="800100">
              <a:defRPr>
                <a:solidFill>
                  <a:schemeClr val="lt2"/>
                </a:solidFill>
              </a:defRPr>
            </a:lvl2pPr>
            <a:lvl3pPr rtl="0" indent="-342900" marL="1257300">
              <a:defRPr>
                <a:solidFill>
                  <a:schemeClr val="lt2"/>
                </a:solidFill>
              </a:defRPr>
            </a:lvl3pPr>
            <a:lvl4pPr rtl="0" indent="-285750" marL="1657350">
              <a:defRPr>
                <a:solidFill>
                  <a:schemeClr val="lt2"/>
                </a:solidFill>
              </a:defRPr>
            </a:lvl4pPr>
            <a:lvl5pPr rtl="0" indent="-285750" marL="2114550">
              <a:defRPr sz="1800">
                <a:solidFill>
                  <a:schemeClr val="lt2"/>
                </a:solidFill>
              </a:defRPr>
            </a:lvl5pPr>
            <a:lvl6pPr rtl="0" indent="-285750" marL="2571750">
              <a:defRPr sz="1800">
                <a:solidFill>
                  <a:schemeClr val="lt2"/>
                </a:solidFill>
              </a:defRPr>
            </a:lvl6pPr>
            <a:lvl7pPr rtl="0" indent="-285750" marL="3028950">
              <a:defRPr sz="1800">
                <a:solidFill>
                  <a:schemeClr val="lt2"/>
                </a:solidFill>
              </a:defRPr>
            </a:lvl7pPr>
            <a:lvl8pPr rtl="0" indent="-285750" marL="3486150">
              <a:defRPr sz="1800">
                <a:solidFill>
                  <a:schemeClr val="lt2"/>
                </a:solidFill>
              </a:defRPr>
            </a:lvl8pPr>
            <a:lvl9pPr rtl="0" indent="-285750" marL="3943350"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" name="Shape 23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woColTx" type="twoColTx">
  <p:cSld name="twoColTx">
    <p:spTree>
      <p:nvGrpSpPr>
        <p:cNvPr id="24" name="Shape 2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" name="Shape 25"/>
          <p:cNvSpPr/>
          <p:nvPr/>
        </p:nvSpPr>
        <p:spPr>
          <a:xfrm>
            <a:off y="1371600" x="152401"/>
            <a:ext cy="3182936" cx="2208211"/>
          </a:xfrm>
          <a:custGeom>
            <a:pathLst>
              <a:path w="2782" extrusionOk="0" h="4010">
                <a:moveTo>
                  <a:pt y="719" x="635"/>
                </a:moveTo>
                <a:lnTo>
                  <a:pt y="719" x="635"/>
                </a:lnTo>
                <a:lnTo>
                  <a:pt y="4010" x="635"/>
                </a:lnTo>
                <a:lnTo>
                  <a:pt y="4010" x="0"/>
                </a:lnTo>
                <a:lnTo>
                  <a:pt y="418" x="0"/>
                </a:lnTo>
                <a:lnTo>
                  <a:pt y="418" x="0"/>
                </a:lnTo>
                <a:lnTo>
                  <a:pt y="397" x="0"/>
                </a:lnTo>
                <a:lnTo>
                  <a:pt y="376" x="2"/>
                </a:lnTo>
                <a:lnTo>
                  <a:pt y="355" x="5"/>
                </a:lnTo>
                <a:lnTo>
                  <a:pt y="333" x="10"/>
                </a:lnTo>
                <a:lnTo>
                  <a:pt y="314" x="15"/>
                </a:lnTo>
                <a:lnTo>
                  <a:pt y="294" x="21"/>
                </a:lnTo>
                <a:lnTo>
                  <a:pt y="275" x="29"/>
                </a:lnTo>
                <a:lnTo>
                  <a:pt y="255" x="39"/>
                </a:lnTo>
                <a:lnTo>
                  <a:pt y="237" x="49"/>
                </a:lnTo>
                <a:lnTo>
                  <a:pt y="219" x="60"/>
                </a:lnTo>
                <a:lnTo>
                  <a:pt y="201" x="72"/>
                </a:lnTo>
                <a:lnTo>
                  <a:pt y="185" x="85"/>
                </a:lnTo>
                <a:lnTo>
                  <a:pt y="169" x="100"/>
                </a:lnTo>
                <a:lnTo>
                  <a:pt y="152" x="114"/>
                </a:lnTo>
                <a:lnTo>
                  <a:pt y="137" x="131"/>
                </a:lnTo>
                <a:lnTo>
                  <a:pt y="123" x="147"/>
                </a:lnTo>
                <a:lnTo>
                  <a:pt y="110" x="165"/>
                </a:lnTo>
                <a:lnTo>
                  <a:pt y="97" x="183"/>
                </a:lnTo>
                <a:lnTo>
                  <a:pt y="84" x="202"/>
                </a:lnTo>
                <a:lnTo>
                  <a:pt y="72" x="222"/>
                </a:lnTo>
                <a:lnTo>
                  <a:pt y="61" x="242"/>
                </a:lnTo>
                <a:lnTo>
                  <a:pt y="51" x="263"/>
                </a:lnTo>
                <a:lnTo>
                  <a:pt y="41" x="286"/>
                </a:lnTo>
                <a:lnTo>
                  <a:pt y="33" x="307"/>
                </a:lnTo>
                <a:lnTo>
                  <a:pt y="26" x="330"/>
                </a:lnTo>
                <a:lnTo>
                  <a:pt y="20" x="354"/>
                </a:lnTo>
                <a:lnTo>
                  <a:pt y="13" x="379"/>
                </a:lnTo>
                <a:lnTo>
                  <a:pt y="9" x="403"/>
                </a:lnTo>
                <a:lnTo>
                  <a:pt y="5" x="428"/>
                </a:lnTo>
                <a:lnTo>
                  <a:pt y="4" x="452"/>
                </a:lnTo>
                <a:lnTo>
                  <a:pt y="2" x="478"/>
                </a:lnTo>
                <a:lnTo>
                  <a:pt y="0" x="504"/>
                </a:lnTo>
                <a:lnTo>
                  <a:pt y="0" x="2782"/>
                </a:lnTo>
                <a:lnTo>
                  <a:pt y="263" x="2782"/>
                </a:lnTo>
                <a:lnTo>
                  <a:pt y="263" x="1092"/>
                </a:lnTo>
                <a:lnTo>
                  <a:pt y="263" x="1092"/>
                </a:lnTo>
                <a:lnTo>
                  <a:pt y="263" x="1069"/>
                </a:lnTo>
                <a:lnTo>
                  <a:pt y="265" x="1045"/>
                </a:lnTo>
                <a:lnTo>
                  <a:pt y="268" x="1022"/>
                </a:lnTo>
                <a:lnTo>
                  <a:pt y="271" x="1001"/>
                </a:lnTo>
                <a:lnTo>
                  <a:pt y="276" x="978"/>
                </a:lnTo>
                <a:lnTo>
                  <a:pt y="283" x="957"/>
                </a:lnTo>
                <a:lnTo>
                  <a:pt y="291" x="935"/>
                </a:lnTo>
                <a:lnTo>
                  <a:pt y="299" x="914"/>
                </a:lnTo>
                <a:lnTo>
                  <a:pt y="307" x="895"/>
                </a:lnTo>
                <a:lnTo>
                  <a:pt y="317" x="875"/>
                </a:lnTo>
                <a:lnTo>
                  <a:pt y="329" x="855"/>
                </a:lnTo>
                <a:lnTo>
                  <a:pt y="340" x="838"/>
                </a:lnTo>
                <a:lnTo>
                  <a:pt y="353" x="820"/>
                </a:lnTo>
                <a:lnTo>
                  <a:pt y="368" x="802"/>
                </a:lnTo>
                <a:lnTo>
                  <a:pt y="381" x="785"/>
                </a:lnTo>
                <a:lnTo>
                  <a:pt y="397" x="769"/>
                </a:lnTo>
                <a:lnTo>
                  <a:pt y="412" x="754"/>
                </a:lnTo>
                <a:lnTo>
                  <a:pt y="428" x="740"/>
                </a:lnTo>
                <a:lnTo>
                  <a:pt y="446" x="727"/>
                </a:lnTo>
                <a:lnTo>
                  <a:pt y="464" x="713"/>
                </a:lnTo>
                <a:lnTo>
                  <a:pt y="482" x="702"/>
                </a:lnTo>
                <a:lnTo>
                  <a:pt y="502" x="691"/>
                </a:lnTo>
                <a:lnTo>
                  <a:pt y="521" x="681"/>
                </a:lnTo>
                <a:lnTo>
                  <a:pt y="542" x="671"/>
                </a:lnTo>
                <a:lnTo>
                  <a:pt y="562" x="663"/>
                </a:lnTo>
                <a:lnTo>
                  <a:pt y="583" x="656"/>
                </a:lnTo>
                <a:lnTo>
                  <a:pt y="606" x="650"/>
                </a:lnTo>
                <a:lnTo>
                  <a:pt y="627" x="645"/>
                </a:lnTo>
                <a:lnTo>
                  <a:pt y="650" x="640"/>
                </a:lnTo>
                <a:lnTo>
                  <a:pt y="673" x="638"/>
                </a:lnTo>
                <a:lnTo>
                  <a:pt y="696" x="637"/>
                </a:lnTo>
                <a:lnTo>
                  <a:pt y="719" x="635"/>
                </a:lnTo>
                <a:lnTo>
                  <a:pt y="719" x="63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26" name="Shape 26"/>
          <p:cNvSpPr/>
          <p:nvPr/>
        </p:nvSpPr>
        <p:spPr>
          <a:xfrm>
            <a:off y="4641850" x="152401"/>
            <a:ext cy="2216099" cx="4985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27" name="Shape 27"/>
          <p:cNvSpPr/>
          <p:nvPr/>
        </p:nvSpPr>
        <p:spPr>
          <a:xfrm>
            <a:off y="1371600" x="2413000"/>
            <a:ext cy="207900" cx="24320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28" name="Shape 28"/>
          <p:cNvSpPr/>
          <p:nvPr/>
        </p:nvSpPr>
        <p:spPr>
          <a:xfrm>
            <a:off y="1371600" x="4911726"/>
            <a:ext cy="207900" cx="1965299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29" name="Shape 29"/>
          <p:cNvSpPr/>
          <p:nvPr/>
        </p:nvSpPr>
        <p:spPr>
          <a:xfrm>
            <a:off y="1371600" x="6943725"/>
            <a:ext cy="207900" cx="2200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y="1579562" x="854948"/>
            <a:ext cy="4988100" cx="3859798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 indent="-457200" marL="457200">
              <a:defRPr>
                <a:solidFill>
                  <a:schemeClr val="lt2"/>
                </a:solidFill>
              </a:defRPr>
            </a:lvl1pPr>
            <a:lvl2pPr rtl="0">
              <a:defRPr>
                <a:solidFill>
                  <a:schemeClr val="lt2"/>
                </a:solidFill>
              </a:defRPr>
            </a:lvl2pPr>
            <a:lvl3pPr rtl="0">
              <a:defRPr>
                <a:solidFill>
                  <a:schemeClr val="lt2"/>
                </a:solidFill>
              </a:defRPr>
            </a:lvl3pPr>
            <a:lvl4pPr rtl="0">
              <a:defRPr>
                <a:solidFill>
                  <a:schemeClr val="lt2"/>
                </a:solidFill>
              </a:defRPr>
            </a:lvl4pPr>
            <a:lvl5pPr rtl="0">
              <a:defRPr sz="1800">
                <a:solidFill>
                  <a:schemeClr val="lt2"/>
                </a:solidFill>
              </a:defRPr>
            </a:lvl5pPr>
            <a:lvl6pPr rtl="0">
              <a:defRPr sz="1800">
                <a:solidFill>
                  <a:schemeClr val="lt2"/>
                </a:solidFill>
              </a:defRPr>
            </a:lvl6pPr>
            <a:lvl7pPr rtl="0">
              <a:defRPr sz="1800">
                <a:solidFill>
                  <a:schemeClr val="lt2"/>
                </a:solidFill>
              </a:defRPr>
            </a:lvl7pPr>
            <a:lvl8pPr rtl="0">
              <a:defRPr sz="1800">
                <a:solidFill>
                  <a:schemeClr val="lt2"/>
                </a:solidFill>
              </a:defRPr>
            </a:lvl8pPr>
            <a:lvl9pPr rtl="0"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" name="Shape 31"/>
          <p:cNvSpPr txBox="1"/>
          <p:nvPr>
            <p:ph idx="2" type="body"/>
          </p:nvPr>
        </p:nvSpPr>
        <p:spPr>
          <a:xfrm>
            <a:off y="1579562" x="4827082"/>
            <a:ext cy="4988100" cx="3859798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 indent="-457200" marL="457200">
              <a:defRPr>
                <a:solidFill>
                  <a:schemeClr val="lt2"/>
                </a:solidFill>
              </a:defRPr>
            </a:lvl1pPr>
            <a:lvl2pPr rtl="0">
              <a:defRPr>
                <a:solidFill>
                  <a:schemeClr val="lt2"/>
                </a:solidFill>
              </a:defRPr>
            </a:lvl2pPr>
            <a:lvl3pPr rtl="0">
              <a:defRPr>
                <a:solidFill>
                  <a:schemeClr val="lt2"/>
                </a:solidFill>
              </a:defRPr>
            </a:lvl3pPr>
            <a:lvl4pPr rtl="0">
              <a:defRPr>
                <a:solidFill>
                  <a:schemeClr val="lt2"/>
                </a:solidFill>
              </a:defRPr>
            </a:lvl4pPr>
            <a:lvl5pPr rtl="0">
              <a:defRPr sz="1800">
                <a:solidFill>
                  <a:schemeClr val="lt2"/>
                </a:solidFill>
              </a:defRPr>
            </a:lvl5pPr>
            <a:lvl6pPr rtl="0">
              <a:defRPr sz="1800">
                <a:solidFill>
                  <a:schemeClr val="lt2"/>
                </a:solidFill>
              </a:defRPr>
            </a:lvl6pPr>
            <a:lvl7pPr rtl="0">
              <a:defRPr sz="1800">
                <a:solidFill>
                  <a:schemeClr val="lt2"/>
                </a:solidFill>
              </a:defRPr>
            </a:lvl7pPr>
            <a:lvl8pPr rtl="0">
              <a:defRPr sz="1800">
                <a:solidFill>
                  <a:schemeClr val="lt2"/>
                </a:solidFill>
              </a:defRPr>
            </a:lvl8pPr>
            <a:lvl9pPr rtl="0"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" name="Shape 32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Only" type="titleOnly">
  <p:cSld name="titleOnly">
    <p:spTree>
      <p:nvGrpSpPr>
        <p:cNvPr id="33" name="Shape 3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" name="Shape 34"/>
          <p:cNvSpPr/>
          <p:nvPr/>
        </p:nvSpPr>
        <p:spPr>
          <a:xfrm>
            <a:off y="1371600" x="152401"/>
            <a:ext cy="3182936" cx="2208211"/>
          </a:xfrm>
          <a:custGeom>
            <a:pathLst>
              <a:path w="2782" extrusionOk="0" h="4010">
                <a:moveTo>
                  <a:pt y="719" x="635"/>
                </a:moveTo>
                <a:lnTo>
                  <a:pt y="719" x="635"/>
                </a:lnTo>
                <a:lnTo>
                  <a:pt y="4010" x="635"/>
                </a:lnTo>
                <a:lnTo>
                  <a:pt y="4010" x="0"/>
                </a:lnTo>
                <a:lnTo>
                  <a:pt y="418" x="0"/>
                </a:lnTo>
                <a:lnTo>
                  <a:pt y="418" x="0"/>
                </a:lnTo>
                <a:lnTo>
                  <a:pt y="397" x="0"/>
                </a:lnTo>
                <a:lnTo>
                  <a:pt y="376" x="2"/>
                </a:lnTo>
                <a:lnTo>
                  <a:pt y="355" x="5"/>
                </a:lnTo>
                <a:lnTo>
                  <a:pt y="333" x="10"/>
                </a:lnTo>
                <a:lnTo>
                  <a:pt y="314" x="15"/>
                </a:lnTo>
                <a:lnTo>
                  <a:pt y="294" x="21"/>
                </a:lnTo>
                <a:lnTo>
                  <a:pt y="275" x="29"/>
                </a:lnTo>
                <a:lnTo>
                  <a:pt y="255" x="39"/>
                </a:lnTo>
                <a:lnTo>
                  <a:pt y="237" x="49"/>
                </a:lnTo>
                <a:lnTo>
                  <a:pt y="219" x="60"/>
                </a:lnTo>
                <a:lnTo>
                  <a:pt y="201" x="72"/>
                </a:lnTo>
                <a:lnTo>
                  <a:pt y="185" x="85"/>
                </a:lnTo>
                <a:lnTo>
                  <a:pt y="169" x="100"/>
                </a:lnTo>
                <a:lnTo>
                  <a:pt y="152" x="114"/>
                </a:lnTo>
                <a:lnTo>
                  <a:pt y="137" x="131"/>
                </a:lnTo>
                <a:lnTo>
                  <a:pt y="123" x="147"/>
                </a:lnTo>
                <a:lnTo>
                  <a:pt y="110" x="165"/>
                </a:lnTo>
                <a:lnTo>
                  <a:pt y="97" x="183"/>
                </a:lnTo>
                <a:lnTo>
                  <a:pt y="84" x="202"/>
                </a:lnTo>
                <a:lnTo>
                  <a:pt y="72" x="222"/>
                </a:lnTo>
                <a:lnTo>
                  <a:pt y="61" x="242"/>
                </a:lnTo>
                <a:lnTo>
                  <a:pt y="51" x="263"/>
                </a:lnTo>
                <a:lnTo>
                  <a:pt y="41" x="286"/>
                </a:lnTo>
                <a:lnTo>
                  <a:pt y="33" x="307"/>
                </a:lnTo>
                <a:lnTo>
                  <a:pt y="26" x="330"/>
                </a:lnTo>
                <a:lnTo>
                  <a:pt y="20" x="354"/>
                </a:lnTo>
                <a:lnTo>
                  <a:pt y="13" x="379"/>
                </a:lnTo>
                <a:lnTo>
                  <a:pt y="9" x="403"/>
                </a:lnTo>
                <a:lnTo>
                  <a:pt y="5" x="428"/>
                </a:lnTo>
                <a:lnTo>
                  <a:pt y="4" x="452"/>
                </a:lnTo>
                <a:lnTo>
                  <a:pt y="2" x="478"/>
                </a:lnTo>
                <a:lnTo>
                  <a:pt y="0" x="504"/>
                </a:lnTo>
                <a:lnTo>
                  <a:pt y="0" x="2782"/>
                </a:lnTo>
                <a:lnTo>
                  <a:pt y="263" x="2782"/>
                </a:lnTo>
                <a:lnTo>
                  <a:pt y="263" x="1092"/>
                </a:lnTo>
                <a:lnTo>
                  <a:pt y="263" x="1092"/>
                </a:lnTo>
                <a:lnTo>
                  <a:pt y="263" x="1069"/>
                </a:lnTo>
                <a:lnTo>
                  <a:pt y="265" x="1045"/>
                </a:lnTo>
                <a:lnTo>
                  <a:pt y="268" x="1022"/>
                </a:lnTo>
                <a:lnTo>
                  <a:pt y="271" x="1001"/>
                </a:lnTo>
                <a:lnTo>
                  <a:pt y="276" x="978"/>
                </a:lnTo>
                <a:lnTo>
                  <a:pt y="283" x="957"/>
                </a:lnTo>
                <a:lnTo>
                  <a:pt y="291" x="935"/>
                </a:lnTo>
                <a:lnTo>
                  <a:pt y="299" x="914"/>
                </a:lnTo>
                <a:lnTo>
                  <a:pt y="307" x="895"/>
                </a:lnTo>
                <a:lnTo>
                  <a:pt y="317" x="875"/>
                </a:lnTo>
                <a:lnTo>
                  <a:pt y="329" x="855"/>
                </a:lnTo>
                <a:lnTo>
                  <a:pt y="340" x="838"/>
                </a:lnTo>
                <a:lnTo>
                  <a:pt y="353" x="820"/>
                </a:lnTo>
                <a:lnTo>
                  <a:pt y="368" x="802"/>
                </a:lnTo>
                <a:lnTo>
                  <a:pt y="381" x="785"/>
                </a:lnTo>
                <a:lnTo>
                  <a:pt y="397" x="769"/>
                </a:lnTo>
                <a:lnTo>
                  <a:pt y="412" x="754"/>
                </a:lnTo>
                <a:lnTo>
                  <a:pt y="428" x="740"/>
                </a:lnTo>
                <a:lnTo>
                  <a:pt y="446" x="727"/>
                </a:lnTo>
                <a:lnTo>
                  <a:pt y="464" x="713"/>
                </a:lnTo>
                <a:lnTo>
                  <a:pt y="482" x="702"/>
                </a:lnTo>
                <a:lnTo>
                  <a:pt y="502" x="691"/>
                </a:lnTo>
                <a:lnTo>
                  <a:pt y="521" x="681"/>
                </a:lnTo>
                <a:lnTo>
                  <a:pt y="542" x="671"/>
                </a:lnTo>
                <a:lnTo>
                  <a:pt y="562" x="663"/>
                </a:lnTo>
                <a:lnTo>
                  <a:pt y="583" x="656"/>
                </a:lnTo>
                <a:lnTo>
                  <a:pt y="606" x="650"/>
                </a:lnTo>
                <a:lnTo>
                  <a:pt y="627" x="645"/>
                </a:lnTo>
                <a:lnTo>
                  <a:pt y="650" x="640"/>
                </a:lnTo>
                <a:lnTo>
                  <a:pt y="673" x="638"/>
                </a:lnTo>
                <a:lnTo>
                  <a:pt y="696" x="637"/>
                </a:lnTo>
                <a:lnTo>
                  <a:pt y="719" x="635"/>
                </a:lnTo>
                <a:lnTo>
                  <a:pt y="719" x="63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35" name="Shape 35"/>
          <p:cNvSpPr/>
          <p:nvPr/>
        </p:nvSpPr>
        <p:spPr>
          <a:xfrm>
            <a:off y="4641850" x="152401"/>
            <a:ext cy="2216099" cx="4985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36" name="Shape 36"/>
          <p:cNvSpPr/>
          <p:nvPr/>
        </p:nvSpPr>
        <p:spPr>
          <a:xfrm>
            <a:off y="1371600" x="2413000"/>
            <a:ext cy="207900" cx="24320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37" name="Shape 37"/>
          <p:cNvSpPr/>
          <p:nvPr/>
        </p:nvSpPr>
        <p:spPr>
          <a:xfrm>
            <a:off y="1371600" x="4911726"/>
            <a:ext cy="207900" cx="1965299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38" name="Shape 38"/>
          <p:cNvSpPr/>
          <p:nvPr/>
        </p:nvSpPr>
        <p:spPr>
          <a:xfrm>
            <a:off y="1371600" x="6943725"/>
            <a:ext cy="207900" cx="2200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39" name="Shape 39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1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CAPTION_ONLY">
  <p:cSld name="CAPTION_ONLY">
    <p:spTree>
      <p:nvGrpSpPr>
        <p:cNvPr id="40" name="Shape 4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1" name="Shape 41"/>
          <p:cNvSpPr/>
          <p:nvPr/>
        </p:nvSpPr>
        <p:spPr>
          <a:xfrm rot="10800000" flipH="1">
            <a:off y="5333977" x="228600"/>
            <a:ext cy="1527698" cx="2208225"/>
          </a:xfrm>
          <a:custGeom>
            <a:pathLst>
              <a:path w="10000" extrusionOk="0" h="18832">
                <a:moveTo>
                  <a:pt y="11895" x="2283"/>
                </a:moveTo>
                <a:lnTo>
                  <a:pt y="11895" x="2283"/>
                </a:lnTo>
                <a:cubicBezTo>
                  <a:pt y="7997" x="2258"/>
                  <a:pt y="3898" x="2271"/>
                  <a:pt y="0" x="2246"/>
                </a:cubicBezTo>
                <a:lnTo>
                  <a:pt y="98" x="37"/>
                </a:lnTo>
                <a:cubicBezTo>
                  <a:pt y="4986" x="25"/>
                  <a:pt y="9874" x="12"/>
                  <a:pt y="14762" x="0"/>
                </a:cubicBezTo>
                <a:lnTo>
                  <a:pt y="14762" x="0"/>
                </a:lnTo>
                <a:lnTo>
                  <a:pt y="14967" x="0"/>
                </a:lnTo>
                <a:cubicBezTo>
                  <a:pt y="15036" x="2"/>
                  <a:pt y="15104" x="5"/>
                  <a:pt y="15173" x="7"/>
                </a:cubicBezTo>
                <a:cubicBezTo>
                  <a:pt y="15241" x="11"/>
                  <a:pt y="15310" x="14"/>
                  <a:pt y="15378" x="18"/>
                </a:cubicBezTo>
                <a:cubicBezTo>
                  <a:pt y="15443" x="24"/>
                  <a:pt y="15509" x="30"/>
                  <a:pt y="15574" x="36"/>
                </a:cubicBezTo>
                <a:cubicBezTo>
                  <a:pt y="15642" x="42"/>
                  <a:pt y="15711" x="48"/>
                  <a:pt y="15779" x="54"/>
                </a:cubicBezTo>
                <a:cubicBezTo>
                  <a:pt y="15844" x="61"/>
                  <a:pt y="15910" x="68"/>
                  <a:pt y="15975" x="75"/>
                </a:cubicBezTo>
                <a:cubicBezTo>
                  <a:pt y="16037" x="85"/>
                  <a:pt y="16099" x="94"/>
                  <a:pt y="16161" x="104"/>
                </a:cubicBezTo>
                <a:cubicBezTo>
                  <a:pt y="16220" x="116"/>
                  <a:pt y="16278" x="128"/>
                  <a:pt y="16337" x="140"/>
                </a:cubicBezTo>
                <a:cubicBezTo>
                  <a:pt y="16402" x="152"/>
                  <a:pt y="16468" x="164"/>
                  <a:pt y="16533" x="176"/>
                </a:cubicBezTo>
                <a:cubicBezTo>
                  <a:pt y="16592" x="189"/>
                  <a:pt y="16650" x="203"/>
                  <a:pt y="16709" x="216"/>
                </a:cubicBezTo>
                <a:cubicBezTo>
                  <a:pt y="16761" x="230"/>
                  <a:pt y="16813" x="245"/>
                  <a:pt y="16865" x="259"/>
                </a:cubicBezTo>
                <a:cubicBezTo>
                  <a:pt y="16924" x="275"/>
                  <a:pt y="16982" x="290"/>
                  <a:pt y="17041" x="306"/>
                </a:cubicBezTo>
                <a:cubicBezTo>
                  <a:pt y="17097" x="324"/>
                  <a:pt y="17152" x="341"/>
                  <a:pt y="17208" x="359"/>
                </a:cubicBezTo>
                <a:cubicBezTo>
                  <a:pt y="17254" x="376"/>
                  <a:pt y="17299" x="393"/>
                  <a:pt y="17345" x="410"/>
                </a:cubicBezTo>
                <a:cubicBezTo>
                  <a:pt y="17400" x="430"/>
                  <a:pt y="17456" x="451"/>
                  <a:pt y="17511" x="471"/>
                </a:cubicBezTo>
                <a:cubicBezTo>
                  <a:pt y="17557" x="490"/>
                  <a:pt y="17602" x="509"/>
                  <a:pt y="17648" x="528"/>
                </a:cubicBezTo>
                <a:cubicBezTo>
                  <a:pt y="17690" x="550"/>
                  <a:pt y="17733" x="571"/>
                  <a:pt y="17775" x="593"/>
                </a:cubicBezTo>
                <a:cubicBezTo>
                  <a:pt y="17817" x="615"/>
                  <a:pt y="17860" x="636"/>
                  <a:pt y="17902" x="658"/>
                </a:cubicBezTo>
                <a:cubicBezTo>
                  <a:pt y="17945" x="681"/>
                  <a:pt y="17987" x="703"/>
                  <a:pt y="18030" x="726"/>
                </a:cubicBezTo>
                <a:lnTo>
                  <a:pt y="18147" x="798"/>
                </a:lnTo>
                <a:cubicBezTo>
                  <a:pt y="18180" x="822"/>
                  <a:pt y="18212" x="846"/>
                  <a:pt y="18245" x="870"/>
                </a:cubicBezTo>
                <a:lnTo>
                  <a:pt y="18353" x="945"/>
                </a:lnTo>
                <a:cubicBezTo>
                  <a:pt y="18379" x="973"/>
                  <a:pt y="18405" x="1000"/>
                  <a:pt y="18431" x="1028"/>
                </a:cubicBezTo>
                <a:cubicBezTo>
                  <a:pt y="18457" x="1053"/>
                  <a:pt y="18483" x="1079"/>
                  <a:pt y="18509" x="1104"/>
                </a:cubicBezTo>
                <a:lnTo>
                  <a:pt y="18597" x="1186"/>
                </a:lnTo>
                <a:lnTo>
                  <a:pt y="18656" x="1272"/>
                </a:lnTo>
                <a:cubicBezTo>
                  <a:pt y="18672" x="1302"/>
                  <a:pt y="18689" x="1332"/>
                  <a:pt y="18705" x="1362"/>
                </a:cubicBezTo>
                <a:cubicBezTo>
                  <a:pt y="18721" x="1391"/>
                  <a:pt y="18738" x="1420"/>
                  <a:pt y="18754" x="1449"/>
                </a:cubicBezTo>
                <a:cubicBezTo>
                  <a:pt y="18770" x="1479"/>
                  <a:pt y="18787" x="1508"/>
                  <a:pt y="18803" x="1538"/>
                </a:cubicBezTo>
                <a:lnTo>
                  <a:pt y="18812" x="1625"/>
                </a:lnTo>
                <a:cubicBezTo>
                  <a:pt y="18819" x="1656"/>
                  <a:pt y="18825" x="1687"/>
                  <a:pt y="18832" x="1718"/>
                </a:cubicBezTo>
                <a:lnTo>
                  <a:pt y="18832" x="1812"/>
                </a:lnTo>
                <a:lnTo>
                  <a:pt y="18832" x="10000"/>
                </a:lnTo>
                <a:lnTo>
                  <a:pt y="16278" x="10000"/>
                </a:lnTo>
                <a:lnTo>
                  <a:pt y="16278" x="3925"/>
                </a:lnTo>
                <a:lnTo>
                  <a:pt y="16278" x="3925"/>
                </a:lnTo>
                <a:lnTo>
                  <a:pt y="16278" x="3843"/>
                </a:lnTo>
                <a:cubicBezTo>
                  <a:pt y="16272" x="3814"/>
                  <a:pt y="16265" x="3785"/>
                  <a:pt y="16259" x="3756"/>
                </a:cubicBezTo>
                <a:lnTo>
                  <a:pt y="16229" x="3674"/>
                </a:lnTo>
                <a:cubicBezTo>
                  <a:pt y="16219" x="3649"/>
                  <a:pt y="16210" x="3623"/>
                  <a:pt y="16200" x="3598"/>
                </a:cubicBezTo>
                <a:cubicBezTo>
                  <a:pt y="16184" x="3570"/>
                  <a:pt y="16167" x="3543"/>
                  <a:pt y="16151" x="3515"/>
                </a:cubicBezTo>
                <a:lnTo>
                  <a:pt y="16082" x="3440"/>
                </a:lnTo>
                <a:lnTo>
                  <a:pt y="16024" x="3361"/>
                </a:lnTo>
                <a:cubicBezTo>
                  <a:pt y="15998" x="3336"/>
                  <a:pt y="15972" x="3310"/>
                  <a:pt y="15946" x="3285"/>
                </a:cubicBezTo>
                <a:lnTo>
                  <a:pt y="15857" x="3217"/>
                </a:lnTo>
                <a:cubicBezTo>
                  <a:pt y="15828" x="3193"/>
                  <a:pt y="15798" x="3169"/>
                  <a:pt y="15769" x="3145"/>
                </a:cubicBezTo>
                <a:lnTo>
                  <a:pt y="15652" x="3073"/>
                </a:lnTo>
                <a:cubicBezTo>
                  <a:pt y="15616" x="3053"/>
                  <a:pt y="15580" x="3032"/>
                  <a:pt y="15544" x="3012"/>
                </a:cubicBezTo>
                <a:cubicBezTo>
                  <a:pt y="15505" x="2991"/>
                  <a:pt y="15466" x="2969"/>
                  <a:pt y="15427" x="2948"/>
                </a:cubicBezTo>
                <a:cubicBezTo>
                  <a:pt y="15385" x="2926"/>
                  <a:pt y="15342" x="2905"/>
                  <a:pt y="15300" x="2883"/>
                </a:cubicBezTo>
                <a:cubicBezTo>
                  <a:pt y="15254" x="2863"/>
                  <a:pt y="15209" x="2842"/>
                  <a:pt y="15163" x="2822"/>
                </a:cubicBezTo>
                <a:cubicBezTo>
                  <a:pt y="15114" x="2803"/>
                  <a:pt y="15065" x="2783"/>
                  <a:pt y="15016" x="2764"/>
                </a:cubicBezTo>
                <a:lnTo>
                  <a:pt y="14869" x="2710"/>
                </a:lnTo>
                <a:cubicBezTo>
                  <a:pt y="14817" x="2693"/>
                  <a:pt y="14765" x="2677"/>
                  <a:pt y="14713" x="2660"/>
                </a:cubicBezTo>
                <a:cubicBezTo>
                  <a:pt y="14657" x="2644"/>
                  <a:pt y="14602" x="2629"/>
                  <a:pt y="14546" x="2613"/>
                </a:cubicBezTo>
                <a:cubicBezTo>
                  <a:pt y="14491" x="2596"/>
                  <a:pt y="14435" x="2580"/>
                  <a:pt y="14380" x="2563"/>
                </a:cubicBezTo>
                <a:cubicBezTo>
                  <a:pt y="14321" x="2550"/>
                  <a:pt y="14263" x="2536"/>
                  <a:pt y="14204" x="2523"/>
                </a:cubicBezTo>
                <a:cubicBezTo>
                  <a:pt y="14139" x="2510"/>
                  <a:pt y="14073" x="2497"/>
                  <a:pt y="14008" x="2484"/>
                </a:cubicBezTo>
                <a:cubicBezTo>
                  <a:pt y="13943" x="2472"/>
                  <a:pt y="13877" x="2460"/>
                  <a:pt y="13812" x="2448"/>
                </a:cubicBezTo>
                <a:cubicBezTo>
                  <a:pt y="13750" x="2436"/>
                  <a:pt y="13689" x="2424"/>
                  <a:pt y="13627" x="2412"/>
                </a:cubicBezTo>
                <a:cubicBezTo>
                  <a:pt y="13562" x="2402"/>
                  <a:pt y="13496" x="2393"/>
                  <a:pt y="13431" x="2383"/>
                </a:cubicBezTo>
                <a:cubicBezTo>
                  <a:pt y="13362" x="2375"/>
                  <a:pt y="13294" x="2366"/>
                  <a:pt y="13225" x="2358"/>
                </a:cubicBezTo>
                <a:cubicBezTo>
                  <a:pt y="13157" x="2351"/>
                  <a:pt y="13088" x="2343"/>
                  <a:pt y="13020" x="2336"/>
                </a:cubicBezTo>
                <a:lnTo>
                  <a:pt y="12795" x="2318"/>
                </a:lnTo>
                <a:cubicBezTo>
                  <a:pt y="12726" x="2312"/>
                  <a:pt y="12658" x="2307"/>
                  <a:pt y="12589" x="2301"/>
                </a:cubicBezTo>
                <a:cubicBezTo>
                  <a:pt y="12514" x="2298"/>
                  <a:pt y="12439" x="2296"/>
                  <a:pt y="12364" x="2293"/>
                </a:cubicBezTo>
                <a:lnTo>
                  <a:pt y="12139" x="2290"/>
                </a:lnTo>
                <a:cubicBezTo>
                  <a:pt y="12058" x="2288"/>
                  <a:pt y="11976" x="2285"/>
                  <a:pt y="11895" x="2283"/>
                </a:cubicBezTo>
                <a:lnTo>
                  <a:pt y="11895" x="22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42" name="Shape 42"/>
          <p:cNvSpPr/>
          <p:nvPr/>
        </p:nvSpPr>
        <p:spPr>
          <a:xfrm>
            <a:off y="5334000" x="2497135"/>
            <a:ext cy="207900" cx="2432098"/>
          </a:xfrm>
          <a:prstGeom prst="rect">
            <a:avLst/>
          </a:prstGeom>
          <a:solidFill>
            <a:srgbClr val="BF8AC9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43" name="Shape 43"/>
          <p:cNvSpPr/>
          <p:nvPr/>
        </p:nvSpPr>
        <p:spPr>
          <a:xfrm>
            <a:off y="5334000" x="4995862"/>
            <a:ext cy="207900" cx="19652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44" name="Shape 44"/>
          <p:cNvSpPr/>
          <p:nvPr/>
        </p:nvSpPr>
        <p:spPr>
          <a:xfrm>
            <a:off y="5334000" x="7010400"/>
            <a:ext cy="207900" cx="2133598"/>
          </a:xfrm>
          <a:prstGeom prst="rect">
            <a:avLst/>
          </a:prstGeom>
          <a:solidFill>
            <a:srgbClr val="BB4C4B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45" name="Shape 45"/>
          <p:cNvSpPr txBox="1"/>
          <p:nvPr>
            <p:ph idx="1" type="body"/>
          </p:nvPr>
        </p:nvSpPr>
        <p:spPr>
          <a:xfrm>
            <a:off y="5875078" x="1020958"/>
            <a:ext cy="692700" cx="78131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r" rtl="0" indent="-1714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Char char="•"/>
              <a:defRPr b="1" sz="1800">
                <a:solidFill>
                  <a:schemeClr val="lt2"/>
                </a:solidFill>
              </a:defRPr>
            </a:lvl1pPr>
            <a:lvl2pPr algn="r" rtl="0" indent="-1714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Courier New"/>
              <a:buChar char="o"/>
              <a:defRPr b="1" sz="1800">
                <a:solidFill>
                  <a:schemeClr val="lt2"/>
                </a:solidFill>
              </a:defRPr>
            </a:lvl2pPr>
            <a:lvl3pPr algn="r" rtl="0" indent="-1714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Wingdings"/>
              <a:buChar char="§"/>
              <a:defRPr b="1" sz="1800">
                <a:solidFill>
                  <a:schemeClr val="lt2"/>
                </a:solidFill>
              </a:defRPr>
            </a:lvl3pPr>
            <a:lvl4pPr algn="r" rtl="0" indent="-1714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Char char="•"/>
              <a:defRPr b="1" sz="1800">
                <a:solidFill>
                  <a:schemeClr val="lt2"/>
                </a:solidFill>
              </a:defRPr>
            </a:lvl4pPr>
            <a:lvl5pPr algn="r" rtl="0" indent="-1714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Courier New"/>
              <a:buChar char="o"/>
              <a:defRPr b="1" sz="1800">
                <a:solidFill>
                  <a:schemeClr val="lt2"/>
                </a:solidFill>
              </a:defRPr>
            </a:lvl5pPr>
            <a:lvl6pPr algn="r" rtl="0" indent="-1714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Wingdings"/>
              <a:buChar char="§"/>
              <a:defRPr b="1" sz="1800">
                <a:solidFill>
                  <a:schemeClr val="lt2"/>
                </a:solidFill>
              </a:defRPr>
            </a:lvl6pPr>
            <a:lvl7pPr algn="r" rtl="0" indent="-1714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Char char="•"/>
              <a:defRPr b="1" sz="1800">
                <a:solidFill>
                  <a:schemeClr val="lt2"/>
                </a:solidFill>
              </a:defRPr>
            </a:lvl7pPr>
            <a:lvl8pPr algn="r" rtl="0" indent="-1714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Courier New"/>
              <a:buChar char="o"/>
              <a:defRPr b="1" sz="1800">
                <a:solidFill>
                  <a:schemeClr val="lt2"/>
                </a:solidFill>
              </a:defRPr>
            </a:lvl8pPr>
            <a:lvl9pPr algn="r" rtl="0" indent="-1714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Wingdings"/>
              <a:buChar char="§"/>
              <a:defRPr b="1" sz="18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blank" type="blank">
  <p:cSld name="blank">
    <p:spTree>
      <p:nvGrpSpPr>
        <p:cNvPr id="46" name="Shape 4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7" name="Shape 47"/>
          <p:cNvSpPr/>
          <p:nvPr/>
        </p:nvSpPr>
        <p:spPr>
          <a:xfrm>
            <a:off y="0" x="2413000"/>
            <a:ext cy="207900" cx="24320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48" name="Shape 48"/>
          <p:cNvSpPr/>
          <p:nvPr/>
        </p:nvSpPr>
        <p:spPr>
          <a:xfrm>
            <a:off y="0" x="4911726"/>
            <a:ext cy="207900" cx="1965299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49" name="Shape 49"/>
          <p:cNvSpPr/>
          <p:nvPr/>
        </p:nvSpPr>
        <p:spPr>
          <a:xfrm>
            <a:off y="0" x="6943725"/>
            <a:ext cy="207900" cx="2200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50" name="Shape 50"/>
          <p:cNvSpPr/>
          <p:nvPr/>
        </p:nvSpPr>
        <p:spPr>
          <a:xfrm>
            <a:off y="0" x="0"/>
            <a:ext cy="207900" cx="2346300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51" name="Shape 51"/>
          <p:cNvSpPr/>
          <p:nvPr/>
        </p:nvSpPr>
        <p:spPr>
          <a:xfrm>
            <a:off y="6650035" x="0"/>
            <a:ext cy="207900" cx="2432098"/>
          </a:xfrm>
          <a:prstGeom prst="rect">
            <a:avLst/>
          </a:prstGeom>
          <a:solidFill>
            <a:srgbClr val="BF8AC9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52" name="Shape 52"/>
          <p:cNvSpPr/>
          <p:nvPr/>
        </p:nvSpPr>
        <p:spPr>
          <a:xfrm>
            <a:off y="6650035" x="2498725"/>
            <a:ext cy="207900" cx="19652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  <p:sp>
        <p:nvSpPr>
          <p:cNvPr id="53" name="Shape 53"/>
          <p:cNvSpPr/>
          <p:nvPr/>
        </p:nvSpPr>
        <p:spPr>
          <a:xfrm>
            <a:off y="6650035" x="4513262"/>
            <a:ext cy="207900" cx="46307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Target="../slideLayouts/slideLayout2.xml" Type="http://schemas.openxmlformats.org/officeDocument/2006/relationships/slideLayout" Id="rId2"/><Relationship Target="../slideLayouts/slideLayout1.xml" Type="http://schemas.openxmlformats.org/officeDocument/2006/relationships/slideLayout" Id="rId1"/><Relationship Target="../slideLayouts/slideLayout4.xml" Type="http://schemas.openxmlformats.org/officeDocument/2006/relationships/slideLayout" Id="rId4"/><Relationship Target="../slideLayouts/slideLayout3.xml" Type="http://schemas.openxmlformats.org/officeDocument/2006/relationships/slideLayout" Id="rId3"/><Relationship Target="../slideLayouts/slideLayout6.xml" Type="http://schemas.openxmlformats.org/officeDocument/2006/relationships/slideLayout" Id="rId6"/><Relationship Target="../slideLayouts/slideLayout5.xml" Type="http://schemas.openxmlformats.org/officeDocument/2006/relationships/slideLayout" Id="rId5"/><Relationship Target="../theme/theme1.xml" Type="http://schemas.openxmlformats.org/officeDocument/2006/relationships/theme" Id="rId7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dk1"/>
        </a:solidFill>
      </p:bgPr>
    </p:bg>
    <p:spTree>
      <p:nvGrpSpPr>
        <p:cNvPr id="4" name="Shape 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" name="Shape 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algn="l" rt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algn="l" rtl="0" marR="0" indent="228600" mar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 marR="0" indent="228600" mar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 marR="0" indent="228600" mar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 marR="0" indent="228600" mar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 marR="0" indent="228600" mar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 marR="0" indent="228600" mar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 marR="0" indent="228600" marL="0">
              <a:spcBef>
                <a:spcPts val="0"/>
              </a:spcBef>
              <a:buClr>
                <a:schemeClr val="accent1"/>
              </a:buClr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Shape 6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marR="0" indent="-152400" marL="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Font typeface="Arial"/>
              <a:buChar char="•"/>
              <a:defRPr strike="noStrike" u="none" b="0" cap="none" baseline="0" sz="30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algn="l" rtl="0" marR="0" indent="-133350" marL="74295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Font typeface="Courier New"/>
              <a:buChar char="o"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algn="l" rtl="0" marR="0" indent="-76200" marL="11430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Font typeface="Wingdings"/>
              <a:buChar char="§"/>
              <a:defRPr strike="noStrike" u="none" b="0" cap="none" baseline="0" sz="24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algn="l" rtl="0" marR="0" indent="-114300" marL="1600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Font typeface="Arial"/>
              <a:buChar char="•"/>
              <a:defRPr strike="noStrike" u="none" b="0" cap="none" baseline="0" sz="18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algn="l" rtl="0" marR="0" indent="-114300" marL="2057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Font typeface="Courier New"/>
              <a:buChar char="o"/>
              <a:defRPr strike="noStrike" u="none" b="0" cap="none" baseline="0" sz="18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algn="l" rtl="0" marR="0" indent="-114300" marL="2514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Font typeface="Wingdings"/>
              <a:buChar char="§"/>
              <a:defRPr strike="noStrike" u="none" b="0" cap="none" baseline="0" sz="18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algn="l" rtl="0" marR="0" indent="-114300" marL="2971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Font typeface="Arial"/>
              <a:buChar char="•"/>
              <a:defRPr strike="noStrike" u="none" b="0" cap="none" baseline="0" sz="18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algn="l" rtl="0" marR="0" indent="-114300" marL="34290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Font typeface="Courier New"/>
              <a:buChar char="o"/>
              <a:defRPr strike="noStrike" u="none" b="0" cap="none" baseline="0" sz="18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algn="l" rtl="0" marR="0" indent="-114300" marL="3886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Font typeface="Wingdings"/>
              <a:buChar char="§"/>
              <a:defRPr strike="noStrike" u="none" b="0" cap="none" baseline="0" sz="1800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Target="../notesSlides/notesSlide1.xml" Type="http://schemas.openxmlformats.org/officeDocument/2006/relationships/notesSlide" Id="rId2"/><Relationship Target="../slideLayouts/slideLayout1.xml" Type="http://schemas.openxmlformats.org/officeDocument/2006/relationships/slideLayout" Id="rId1"/></Relationships>
</file>

<file path=ppt/slides/_rels/slide2.xml.rels><?xml version="1.0" encoding="UTF-8" standalone="yes"?><Relationships xmlns="http://schemas.openxmlformats.org/package/2006/relationships"><Relationship Target="../notesSlides/notesSlide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.xml.rels><?xml version="1.0" encoding="UTF-8" standalone="yes"?><Relationships xmlns="http://schemas.openxmlformats.org/package/2006/relationships"><Relationship Target="../notesSlides/notesSlide3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0.jpg" Type="http://schemas.openxmlformats.org/officeDocument/2006/relationships/image" Id="rId4"/><Relationship Target="../media/image01.jpg" Type="http://schemas.openxmlformats.org/officeDocument/2006/relationships/image" Id="rId3"/><Relationship Target="../media/image02.png" Type="http://schemas.openxmlformats.org/officeDocument/2006/relationships/image" Id="rId5"/></Relationships>
</file>

<file path=ppt/slides/_rels/slide4.xml.rels><?xml version="1.0" encoding="UTF-8" standalone="yes"?><Relationships xmlns="http://schemas.openxmlformats.org/package/2006/relationships"><Relationship Target="../notesSlides/notesSlide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5.png" Type="http://schemas.openxmlformats.org/officeDocument/2006/relationships/image" Id="rId4"/><Relationship Target="../media/image03.png" Type="http://schemas.openxmlformats.org/officeDocument/2006/relationships/image" Id="rId3"/><Relationship Target="../media/image15.png" Type="http://schemas.openxmlformats.org/officeDocument/2006/relationships/image" Id="rId5"/></Relationships>
</file>

<file path=ppt/slides/_rels/slide5.xml.rels><?xml version="1.0" encoding="UTF-8" standalone="yes"?><Relationships xmlns="http://schemas.openxmlformats.org/package/2006/relationships"><Relationship Target="../notesSlides/notesSlide5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6.xml.rels><?xml version="1.0" encoding="UTF-8" standalone="yes"?><Relationships xmlns="http://schemas.openxmlformats.org/package/2006/relationships"><Relationship Target="../notesSlides/notesSlide6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6.png" Type="http://schemas.openxmlformats.org/officeDocument/2006/relationships/image" Id="rId3"/></Relationships>
</file>

<file path=ppt/slides/_rels/slide7.xml.rels><?xml version="1.0" encoding="UTF-8" standalone="yes"?><Relationships xmlns="http://schemas.openxmlformats.org/package/2006/relationships"><Relationship Target="../notesSlides/notesSlide7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0.png" Type="http://schemas.openxmlformats.org/officeDocument/2006/relationships/image" Id="rId4"/><Relationship Target="../media/image04.png" Type="http://schemas.openxmlformats.org/officeDocument/2006/relationships/image" Id="rId3"/></Relationships>
</file>

<file path=ppt/slides/_rels/slide8.xml.rels><?xml version="1.0" encoding="UTF-8" standalone="yes"?><Relationships xmlns="http://schemas.openxmlformats.org/package/2006/relationships"><Relationship Target="../notesSlides/notesSlide8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0.png" Type="http://schemas.openxmlformats.org/officeDocument/2006/relationships/image" Id="rId3"/></Relationships>
</file>

<file path=ppt/slides/_rels/slide9.xml.rels><?xml version="1.0" encoding="UTF-8" standalone="yes"?><Relationships xmlns="http://schemas.openxmlformats.org/package/2006/relationships"><Relationship Target="../notesSlides/notesSlide9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0.xml.rels><?xml version="1.0" encoding="UTF-8" standalone="yes"?><Relationships xmlns="http://schemas.openxmlformats.org/package/2006/relationships"><Relationship Target="../notesSlides/notesSlide10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1.xml.rels><?xml version="1.0" encoding="UTF-8" standalone="yes"?><Relationships xmlns="http://schemas.openxmlformats.org/package/2006/relationships"><Relationship Target="../notesSlides/notesSlide11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7.png" Type="http://schemas.openxmlformats.org/officeDocument/2006/relationships/image" Id="rId3"/></Relationships>
</file>

<file path=ppt/slides/_rels/slide12.xml.rels><?xml version="1.0" encoding="UTF-8" standalone="yes"?><Relationships xmlns="http://schemas.openxmlformats.org/package/2006/relationships"><Relationship Target="../notesSlides/notesSlide12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9.png" Type="http://schemas.openxmlformats.org/officeDocument/2006/relationships/image" Id="rId4"/><Relationship Target="../media/image08.png" Type="http://schemas.openxmlformats.org/officeDocument/2006/relationships/image" Id="rId3"/></Relationships>
</file>

<file path=ppt/slides/_rels/slide13.xml.rels><?xml version="1.0" encoding="UTF-8" standalone="yes"?><Relationships xmlns="http://schemas.openxmlformats.org/package/2006/relationships"><Relationship Target="../notesSlides/notesSlide13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2.png" Type="http://schemas.openxmlformats.org/officeDocument/2006/relationships/image" Id="rId4"/><Relationship Target="../media/image07.png" Type="http://schemas.openxmlformats.org/officeDocument/2006/relationships/image" Id="rId3"/></Relationships>
</file>

<file path=ppt/slides/_rels/slide14.xml.rels><?xml version="1.0" encoding="UTF-8" standalone="yes"?><Relationships xmlns="http://schemas.openxmlformats.org/package/2006/relationships"><Relationship Target="../notesSlides/notesSlide1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8.png" Type="http://schemas.openxmlformats.org/officeDocument/2006/relationships/image" Id="rId3"/></Relationships>
</file>

<file path=ppt/slides/_rels/slide15.xml.rels><?xml version="1.0" encoding="UTF-8" standalone="yes"?><Relationships xmlns="http://schemas.openxmlformats.org/package/2006/relationships"><Relationship Target="../notesSlides/notesSlide15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6.png" Type="http://schemas.openxmlformats.org/officeDocument/2006/relationships/image" Id="rId4"/><Relationship Target="../media/image11.png" Type="http://schemas.openxmlformats.org/officeDocument/2006/relationships/image" Id="rId3"/><Relationship Target="../media/image14.png" Type="http://schemas.openxmlformats.org/officeDocument/2006/relationships/image" Id="rId6"/><Relationship Target="../media/image17.png" Type="http://schemas.openxmlformats.org/officeDocument/2006/relationships/image" Id="rId5"/><Relationship Target="../media/image04.png" Type="http://schemas.openxmlformats.org/officeDocument/2006/relationships/image" Id="rId8"/><Relationship Target="../media/image13.png" Type="http://schemas.openxmlformats.org/officeDocument/2006/relationships/image" Id="rId7"/></Relationships>
</file>

<file path=ppt/slides/_rels/slide16.xml.rels><?xml version="1.0" encoding="UTF-8" standalone="yes"?><Relationships xmlns="http://schemas.openxmlformats.org/package/2006/relationships"><Relationship Target="../notesSlides/notesSlide16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7.png" Type="http://schemas.openxmlformats.org/officeDocument/2006/relationships/image" Id="rId4"/><Relationship Target="../media/image18.png" Type="http://schemas.openxmlformats.org/officeDocument/2006/relationships/image" Id="rId3"/><Relationship Target="../media/image04.png" Type="http://schemas.openxmlformats.org/officeDocument/2006/relationships/image" Id="rId5"/></Relationships>
</file>

<file path=ppt/slides/_rels/slide17.xml.rels><?xml version="1.0" encoding="UTF-8" standalone="yes"?><Relationships xmlns="http://schemas.openxmlformats.org/package/2006/relationships"><Relationship Target="../notesSlides/notesSlide17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3.png" Type="http://schemas.openxmlformats.org/officeDocument/2006/relationships/image" Id="rId4"/><Relationship Target="../media/image19.png" Type="http://schemas.openxmlformats.org/officeDocument/2006/relationships/image" Id="rId3"/><Relationship Target="../media/image24.png" Type="http://schemas.openxmlformats.org/officeDocument/2006/relationships/image" Id="rId6"/><Relationship Target="../media/image22.png" Type="http://schemas.openxmlformats.org/officeDocument/2006/relationships/image" Id="rId5"/></Relationships>
</file>

<file path=ppt/slides/_rels/slide18.xml.rels><?xml version="1.0" encoding="UTF-8" standalone="yes"?><Relationships xmlns="http://schemas.openxmlformats.org/package/2006/relationships"><Relationship Target="../notesSlides/notesSlide18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7.png" Type="http://schemas.openxmlformats.org/officeDocument/2006/relationships/image" Id="rId4"/><Relationship Target="../media/image18.png" Type="http://schemas.openxmlformats.org/officeDocument/2006/relationships/image" Id="rId3"/><Relationship Target="../media/image21.png" Type="http://schemas.openxmlformats.org/officeDocument/2006/relationships/image" Id="rId6"/><Relationship Target="../media/image04.png" Type="http://schemas.openxmlformats.org/officeDocument/2006/relationships/image" Id="rId5"/></Relationships>
</file>

<file path=ppt/slides/_rels/slide19.xml.rels><?xml version="1.0" encoding="UTF-8" standalone="yes"?><Relationships xmlns="http://schemas.openxmlformats.org/package/2006/relationships"><Relationship Target="../notesSlides/notesSlide19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0.xml.rels><?xml version="1.0" encoding="UTF-8" standalone="yes"?><Relationships xmlns="http://schemas.openxmlformats.org/package/2006/relationships"><Relationship Target="../notesSlides/notesSlide20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1.xml.rels><?xml version="1.0" encoding="UTF-8" standalone="yes"?><Relationships xmlns="http://schemas.openxmlformats.org/package/2006/relationships"><Relationship Target="../notesSlides/notesSlide21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2.xml.rels><?xml version="1.0" encoding="UTF-8" standalone="yes"?><Relationships xmlns="http://schemas.openxmlformats.org/package/2006/relationships"><Relationship Target="../notesSlides/notesSlide2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3.xml.rels><?xml version="1.0" encoding="UTF-8" standalone="yes"?><Relationships xmlns="http://schemas.openxmlformats.org/package/2006/relationships"><Relationship Target="../notesSlides/notesSlide23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4.xml.rels><?xml version="1.0" encoding="UTF-8" standalone="yes"?><Relationships xmlns="http://schemas.openxmlformats.org/package/2006/relationships"><Relationship Target="../notesSlides/notesSlide24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5.xml.rels><?xml version="1.0" encoding="UTF-8" standalone="yes"?><Relationships xmlns="http://schemas.openxmlformats.org/package/2006/relationships"><Relationship Target="../notesSlides/notesSlide25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6.xml.rels><?xml version="1.0" encoding="UTF-8" standalone="yes"?><Relationships xmlns="http://schemas.openxmlformats.org/package/2006/relationships"><Relationship Target="../notesSlides/notesSlide26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7.xml.rels><?xml version="1.0" encoding="UTF-8" standalone="yes"?><Relationships xmlns="http://schemas.openxmlformats.org/package/2006/relationships"><Relationship Target="../notesSlides/notesSlide27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8.xml.rels><?xml version="1.0" encoding="UTF-8" standalone="yes"?><Relationships xmlns="http://schemas.openxmlformats.org/package/2006/relationships"><Relationship Target="../notesSlides/notesSlide28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9.xml.rels><?xml version="1.0" encoding="UTF-8" standalone="yes"?><Relationships xmlns="http://schemas.openxmlformats.org/package/2006/relationships"><Relationship Target="../notesSlides/notesSlide29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0.xml.rels><?xml version="1.0" encoding="UTF-8" standalone="yes"?><Relationships xmlns="http://schemas.openxmlformats.org/package/2006/relationships"><Relationship Target="../notesSlides/notesSlide30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25.jpg" Type="http://schemas.openxmlformats.org/officeDocument/2006/relationships/image" Id="rId3"/></Relationships>
</file>

<file path=ppt/slides/_rels/slide31.xml.rels><?xml version="1.0" encoding="UTF-8" standalone="yes"?><Relationships xmlns="http://schemas.openxmlformats.org/package/2006/relationships"><Relationship Target="../notesSlides/notesSlide31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2.xml.rels><?xml version="1.0" encoding="UTF-8" standalone="yes"?><Relationships xmlns="http://schemas.openxmlformats.org/package/2006/relationships"><Relationship Target="../notesSlides/notesSlide3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3.xml.rels><?xml version="1.0" encoding="UTF-8" standalone="yes"?><Relationships xmlns="http://schemas.openxmlformats.org/package/2006/relationships"><Relationship Target="../notesSlides/notesSlide33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4.xml.rels><?xml version="1.0" encoding="UTF-8" standalone="yes"?><Relationships xmlns="http://schemas.openxmlformats.org/package/2006/relationships"><Relationship Target="../notesSlides/notesSlide34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5.xml.rels><?xml version="1.0" encoding="UTF-8" standalone="yes"?><Relationships xmlns="http://schemas.openxmlformats.org/package/2006/relationships"><Relationship Target="../notesSlides/notesSlide35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6.xml.rels><?xml version="1.0" encoding="UTF-8" standalone="yes"?><Relationships xmlns="http://schemas.openxmlformats.org/package/2006/relationships"><Relationship Target="../notesSlides/notesSlide36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7.xml.rels><?xml version="1.0" encoding="UTF-8" standalone="yes"?><Relationships xmlns="http://schemas.openxmlformats.org/package/2006/relationships"><Relationship Target="../notesSlides/notesSlide37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5" name="Shape 55"/>
          <p:cNvSpPr txBox="1"/>
          <p:nvPr>
            <p:ph type="ctrTitle"/>
          </p:nvPr>
        </p:nvSpPr>
        <p:spPr>
          <a:xfrm>
            <a:off y="1747508" x="1466425"/>
            <a:ext cy="1650599" cx="73844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ctr" rtl="0" lvl="0" marR="0" indent="3048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Corsiva"/>
              <a:buNone/>
            </a:pPr>
            <a:r>
              <a:rPr strike="noStrike" u="none" b="1" cap="none" baseline="0" sz="6000" lang="en" i="0">
                <a:solidFill>
                  <a:schemeClr val="accent1"/>
                </a:solidFill>
                <a:latin typeface="Corsiva"/>
                <a:ea typeface="Corsiva"/>
                <a:cs typeface="Corsiva"/>
                <a:sym typeface="Corsiva"/>
                <a:rtl val="0"/>
              </a:rPr>
              <a:t>Scene Classification</a:t>
            </a:r>
          </a:p>
          <a:p>
            <a:pPr algn="ctr" rtl="0" lvl="0" marR="0" indent="3048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Corsiva"/>
              <a:buNone/>
            </a:pPr>
            <a:r>
              <a:rPr strike="noStrike" u="sng" b="1" cap="none" baseline="0" sz="6000" lang="en" i="0">
                <a:solidFill>
                  <a:schemeClr val="accent1"/>
                </a:solidFill>
                <a:latin typeface="Corsiva"/>
                <a:ea typeface="Corsiva"/>
                <a:cs typeface="Corsiva"/>
                <a:sym typeface="Corsiva"/>
                <a:rtl val="0"/>
              </a:rPr>
              <a:t>Update 1</a:t>
            </a:r>
          </a:p>
        </p:txBody>
      </p:sp>
      <p:sp>
        <p:nvSpPr>
          <p:cNvPr id="56" name="Shape 56"/>
          <p:cNvSpPr txBox="1"/>
          <p:nvPr>
            <p:ph idx="1" type="subTitle"/>
          </p:nvPr>
        </p:nvSpPr>
        <p:spPr>
          <a:xfrm>
            <a:off y="5411482" x="488500"/>
            <a:ext cy="884998" cx="75801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1524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Georgia"/>
              <a:buNone/>
            </a:pPr>
            <a:r>
              <a:rPr strike="noStrike" u="none" b="0" cap="none" baseline="0" sz="2400" lang="en" i="0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  <a:rtl val="0"/>
              </a:rPr>
              <a:t>Piter  Garcia    Karina Damico    Pauline Martial</a:t>
            </a:r>
          </a:p>
        </p:txBody>
      </p:sp>
      <p:sp>
        <p:nvSpPr>
          <p:cNvPr id="57" name="Shape 57"/>
          <p:cNvSpPr/>
          <p:nvPr/>
        </p:nvSpPr>
        <p:spPr>
          <a:xfrm>
            <a:off y="5611000" x="433800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58" name="Shape 58"/>
          <p:cNvSpPr/>
          <p:nvPr/>
        </p:nvSpPr>
        <p:spPr>
          <a:xfrm>
            <a:off y="5611000" x="2491200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59" name="Shape 59"/>
          <p:cNvSpPr/>
          <p:nvPr/>
        </p:nvSpPr>
        <p:spPr>
          <a:xfrm>
            <a:off y="5611000" x="4853400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4" name="Shape 64"/>
          <p:cNvSpPr txBox="1"/>
          <p:nvPr>
            <p:ph idx="1" type="body"/>
          </p:nvPr>
        </p:nvSpPr>
        <p:spPr>
          <a:xfrm>
            <a:off y="2361111" x="776797"/>
            <a:ext cy="49881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ctr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Corsiva"/>
              <a:buNone/>
            </a:pPr>
            <a:r>
              <a:rPr strike="noStrike" u="none" b="0" cap="none" baseline="0" sz="4800" lang="en" i="0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  <a:rtl val="0"/>
              </a:rPr>
              <a:t>Karina: </a:t>
            </a:r>
          </a:p>
          <a:p>
            <a:pPr algn="ctr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Ubuntu"/>
              <a:buNone/>
            </a:pPr>
            <a:r>
              <a:rPr strike="noStrike" u="none" b="0" cap="none" baseline="0" sz="48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Gabor descriptor</a:t>
            </a:r>
            <a:r>
              <a:rPr strike="noStrike" u="none" b="0" cap="none" baseline="0" sz="4800" lang="en" i="0">
                <a:solidFill>
                  <a:schemeClr val="accent1"/>
                </a:solidFill>
                <a:latin typeface="Corsiva"/>
                <a:ea typeface="Corsiva"/>
                <a:cs typeface="Corsiva"/>
                <a:sym typeface="Corsiva"/>
                <a:rtl val="0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9" name="Shape 69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Gabor descriptor</a:t>
            </a:r>
          </a:p>
        </p:txBody>
      </p:sp>
      <p:sp>
        <p:nvSpPr>
          <p:cNvPr id="70" name="Shape 70"/>
          <p:cNvSpPr txBox="1"/>
          <p:nvPr/>
        </p:nvSpPr>
        <p:spPr>
          <a:xfrm>
            <a:off y="1794378" x="840848"/>
            <a:ext cy="2592299" cx="8202898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  <a:rtl val="0"/>
              </a:rPr>
              <a:t>Typically Gabor filters travel in packs (banks), one for each chosen direction. 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  <a:rtl val="0"/>
              </a:rPr>
              <a:t>A gabor filter set with a given direction gives a strong response for locations of the target images that have structures in this given direction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  <a:rtl val="0"/>
              </a:rPr>
              <a:t> </a:t>
            </a:r>
            <a:r>
              <a:rPr strike="noStrike" u="none" b="0" cap="none" baseline="0" sz="1800" lang="en" i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  <a:rtl val="0"/>
              </a:rPr>
              <a:t>(Ex:  if  target image is made of a periodic grating in a diagonal direction, a gabor filter set will give you a strong response only if its direction matches the one of the grating)</a:t>
            </a:r>
          </a:p>
          <a:p>
            <a:r>
              <a:t/>
            </a:r>
          </a:p>
        </p:txBody>
      </p:sp>
      <p:sp>
        <p:nvSpPr>
          <p:cNvPr id="71" name="Shape 71"/>
          <p:cNvSpPr/>
          <p:nvPr/>
        </p:nvSpPr>
        <p:spPr>
          <a:xfrm>
            <a:off y="4152053" x="838888"/>
            <a:ext cy="816973" cx="829667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72" name="Shape 72"/>
          <p:cNvSpPr/>
          <p:nvPr/>
        </p:nvSpPr>
        <p:spPr>
          <a:xfrm>
            <a:off y="4842728" x="4753173"/>
            <a:ext cy="288574" cx="2137894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73" name="Shape 73"/>
          <p:cNvSpPr/>
          <p:nvPr/>
        </p:nvSpPr>
        <p:spPr>
          <a:xfrm>
            <a:off y="5314685" x="678216"/>
            <a:ext cy="1287368" cx="8185262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8" name="Shape 78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Gabor descriptor</a:t>
            </a:r>
          </a:p>
        </p:txBody>
      </p:sp>
      <p:sp>
        <p:nvSpPr>
          <p:cNvPr id="79" name="Shape 79"/>
          <p:cNvSpPr/>
          <p:nvPr/>
        </p:nvSpPr>
        <p:spPr>
          <a:xfrm>
            <a:off y="1634870" x="3747485"/>
            <a:ext cy="1927502" cx="188193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80" name="Shape 80"/>
          <p:cNvSpPr/>
          <p:nvPr/>
        </p:nvSpPr>
        <p:spPr>
          <a:xfrm>
            <a:off y="3685962" x="5423517"/>
            <a:ext cy="2970474" cx="3640806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81" name="Shape 81"/>
          <p:cNvSpPr/>
          <p:nvPr/>
        </p:nvSpPr>
        <p:spPr>
          <a:xfrm>
            <a:off y="3689235" x="469587"/>
            <a:ext cy="2963929" cx="3751577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82" name="Shape 82"/>
          <p:cNvSpPr/>
          <p:nvPr/>
        </p:nvSpPr>
        <p:spPr>
          <a:xfrm rot="5410664">
            <a:off y="2144979" x="5913045"/>
            <a:ext cy="1087203" cx="1063804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9FC5E8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83" name="Shape 83"/>
          <p:cNvSpPr/>
          <p:nvPr/>
        </p:nvSpPr>
        <p:spPr>
          <a:xfrm>
            <a:off y="4569201" x="4351148"/>
            <a:ext cy="1028100" cx="839399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9FC5E8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8" name="Shape 88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Gabor descriptor</a:t>
            </a:r>
          </a:p>
        </p:txBody>
      </p:sp>
      <p:sp>
        <p:nvSpPr>
          <p:cNvPr id="89" name="Shape 89"/>
          <p:cNvSpPr txBox="1"/>
          <p:nvPr/>
        </p:nvSpPr>
        <p:spPr>
          <a:xfrm>
            <a:off y="1987950" x="1433300"/>
            <a:ext cy="3975898" cx="75278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2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What filters to choose for the bank?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2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Should not have feature vector too big!!! Otherwise it will take forever to train the classifier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2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Scale: 3 scales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2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Orientation: counter clock  in 45 degrees. </a:t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2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four directions: 0, 45, 90, 135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2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Thus, 4x3 = 12 filters in the filter bank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90" name="Shape 90"/>
          <p:cNvSpPr/>
          <p:nvPr/>
        </p:nvSpPr>
        <p:spPr>
          <a:xfrm>
            <a:off y="2182350" x="1174975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91" name="Shape 91"/>
          <p:cNvSpPr/>
          <p:nvPr/>
        </p:nvSpPr>
        <p:spPr>
          <a:xfrm>
            <a:off y="2857050" x="1174975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92" name="Shape 92"/>
          <p:cNvSpPr/>
          <p:nvPr/>
        </p:nvSpPr>
        <p:spPr>
          <a:xfrm>
            <a:off y="3888000" x="1174975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93" name="Shape 93"/>
          <p:cNvSpPr/>
          <p:nvPr/>
        </p:nvSpPr>
        <p:spPr>
          <a:xfrm>
            <a:off y="4610850" x="1174975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94" name="Shape 94"/>
          <p:cNvSpPr/>
          <p:nvPr/>
        </p:nvSpPr>
        <p:spPr>
          <a:xfrm>
            <a:off y="5607575" x="1174975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9" name="Shape 99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Gabor descriptor</a:t>
            </a:r>
          </a:p>
        </p:txBody>
      </p:sp>
      <p:sp>
        <p:nvSpPr>
          <p:cNvPr id="100" name="Shape 100"/>
          <p:cNvSpPr txBox="1"/>
          <p:nvPr/>
        </p:nvSpPr>
        <p:spPr>
          <a:xfrm>
            <a:off y="2433267" x="1105950"/>
            <a:ext cy="2420999" cx="3351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PROBLEM: Too many values!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Break the image into smaller pieces  -  into 4 pieces;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101" name="Shape 101"/>
          <p:cNvSpPr txBox="1"/>
          <p:nvPr/>
        </p:nvSpPr>
        <p:spPr>
          <a:xfrm>
            <a:off y="5225992" x="1105950"/>
            <a:ext cy="1904699" cx="69320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8 bins in histogram for each filter and each piece of image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Total size of the feature vector:  12x4x8 =384</a:t>
            </a:r>
          </a:p>
        </p:txBody>
      </p:sp>
      <p:sp>
        <p:nvSpPr>
          <p:cNvPr id="102" name="Shape 102"/>
          <p:cNvSpPr/>
          <p:nvPr/>
        </p:nvSpPr>
        <p:spPr>
          <a:xfrm>
            <a:off y="1843450" x="5190900"/>
            <a:ext cy="3804553" cx="371586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03" name="Shape 103"/>
          <p:cNvSpPr/>
          <p:nvPr/>
        </p:nvSpPr>
        <p:spPr>
          <a:xfrm>
            <a:off y="3612600" x="854948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04" name="Shape 104"/>
          <p:cNvSpPr/>
          <p:nvPr/>
        </p:nvSpPr>
        <p:spPr>
          <a:xfrm>
            <a:off y="2559750" x="854948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05" name="Shape 105"/>
          <p:cNvSpPr/>
          <p:nvPr/>
        </p:nvSpPr>
        <p:spPr>
          <a:xfrm>
            <a:off y="5785050" x="854948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0" name="Shape 110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Gabor descriptor</a:t>
            </a:r>
          </a:p>
        </p:txBody>
      </p:sp>
      <p:sp>
        <p:nvSpPr>
          <p:cNvPr id="111" name="Shape 111"/>
          <p:cNvSpPr/>
          <p:nvPr/>
        </p:nvSpPr>
        <p:spPr>
          <a:xfrm>
            <a:off y="3214359" x="6715889"/>
            <a:ext cy="1474153" cx="2311983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12" name="Shape 112"/>
          <p:cNvSpPr txBox="1"/>
          <p:nvPr/>
        </p:nvSpPr>
        <p:spPr>
          <a:xfrm>
            <a:off y="4813475" x="6964928"/>
            <a:ext cy="457200" cx="19940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384 beans total</a:t>
            </a:r>
          </a:p>
        </p:txBody>
      </p:sp>
      <p:sp>
        <p:nvSpPr>
          <p:cNvPr id="113" name="Shape 113"/>
          <p:cNvSpPr/>
          <p:nvPr/>
        </p:nvSpPr>
        <p:spPr>
          <a:xfrm>
            <a:off y="2974725" x="6669375"/>
            <a:ext cy="887100" cx="240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14" name="Shape 114"/>
          <p:cNvSpPr/>
          <p:nvPr/>
        </p:nvSpPr>
        <p:spPr>
          <a:xfrm>
            <a:off y="3671625" x="8686746"/>
            <a:ext cy="1472999" cx="4433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15" name="Shape 115"/>
          <p:cNvSpPr/>
          <p:nvPr/>
        </p:nvSpPr>
        <p:spPr>
          <a:xfrm>
            <a:off y="4594475" x="6669375"/>
            <a:ext cy="218998" cx="240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16" name="Shape 116"/>
          <p:cNvSpPr/>
          <p:nvPr/>
        </p:nvSpPr>
        <p:spPr>
          <a:xfrm>
            <a:off y="2563614" x="648635"/>
            <a:ext cy="3187445" cx="624248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1" name="Shape 121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Gabor descriptor</a:t>
            </a:r>
          </a:p>
        </p:txBody>
      </p:sp>
      <p:sp>
        <p:nvSpPr>
          <p:cNvPr id="122" name="Shape 122"/>
          <p:cNvSpPr/>
          <p:nvPr/>
        </p:nvSpPr>
        <p:spPr>
          <a:xfrm>
            <a:off y="1724025" x="1274762"/>
            <a:ext cy="5133975" cx="684847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23" name="Shape 123"/>
          <p:cNvSpPr txBox="1"/>
          <p:nvPr/>
        </p:nvSpPr>
        <p:spPr>
          <a:xfrm>
            <a:off y="3572550" x="4548050"/>
            <a:ext cy="457200" cx="16200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Convolve with --&gt;</a:t>
            </a:r>
          </a:p>
        </p:txBody>
      </p:sp>
      <p:sp>
        <p:nvSpPr>
          <p:cNvPr id="124" name="Shape 124"/>
          <p:cNvSpPr/>
          <p:nvPr/>
        </p:nvSpPr>
        <p:spPr>
          <a:xfrm>
            <a:off y="2036850" x="4168200"/>
            <a:ext cy="427799" cx="80759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FC5E8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25" name="Shape 125"/>
          <p:cNvSpPr/>
          <p:nvPr/>
        </p:nvSpPr>
        <p:spPr>
          <a:xfrm rot="5408399">
            <a:off y="2816281" x="6432931"/>
            <a:ext cy="396001" cx="49110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26" name="Shape 126"/>
          <p:cNvSpPr/>
          <p:nvPr/>
        </p:nvSpPr>
        <p:spPr>
          <a:xfrm rot="5408180">
            <a:off y="4586543" x="6300331"/>
            <a:ext cy="515402" cx="75630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27" name="Shape 127"/>
          <p:cNvSpPr/>
          <p:nvPr/>
        </p:nvSpPr>
        <p:spPr>
          <a:xfrm>
            <a:off y="5678525" x="4382200"/>
            <a:ext cy="475199" cx="633599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2" name="Shape 132"/>
          <p:cNvSpPr txBox="1"/>
          <p:nvPr>
            <p:ph type="title"/>
          </p:nvPr>
        </p:nvSpPr>
        <p:spPr>
          <a:xfrm>
            <a:off y="99286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rtl val="0"/>
              </a:rPr>
              <a:t>Planning the network already</a:t>
            </a:r>
          </a:p>
        </p:txBody>
      </p:sp>
      <p:sp>
        <p:nvSpPr>
          <p:cNvPr id="133" name="Shape 133"/>
          <p:cNvSpPr txBox="1"/>
          <p:nvPr/>
        </p:nvSpPr>
        <p:spPr>
          <a:xfrm>
            <a:off y="2233125" x="1360200"/>
            <a:ext cy="3725399" cx="7783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RBF (Radial Basis Function) network - must be faster to train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Shouldn't give worse results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Let's try to stick with mistery of Gaussian 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Input layer: If Gabor features only nodes - 384 nodes (still reduced comparably to 768) + 256 CENTRIST + 256 Color Hist = 896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Nodes in the single hidden layer: 300 nodes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Output: Number of categories - 5</a:t>
            </a:r>
          </a:p>
        </p:txBody>
      </p:sp>
      <p:sp>
        <p:nvSpPr>
          <p:cNvPr id="134" name="Shape 134"/>
          <p:cNvSpPr/>
          <p:nvPr/>
        </p:nvSpPr>
        <p:spPr>
          <a:xfrm>
            <a:off y="5318975" x="1115575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35" name="Shape 135"/>
          <p:cNvSpPr/>
          <p:nvPr/>
        </p:nvSpPr>
        <p:spPr>
          <a:xfrm>
            <a:off y="4758425" x="1115575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36" name="Shape 136"/>
          <p:cNvSpPr/>
          <p:nvPr/>
        </p:nvSpPr>
        <p:spPr>
          <a:xfrm>
            <a:off y="3960200" x="1115575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37" name="Shape 137"/>
          <p:cNvSpPr/>
          <p:nvPr/>
        </p:nvSpPr>
        <p:spPr>
          <a:xfrm>
            <a:off y="3442075" x="1115575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38" name="Shape 138"/>
          <p:cNvSpPr/>
          <p:nvPr/>
        </p:nvSpPr>
        <p:spPr>
          <a:xfrm>
            <a:off y="2924700" x="1115575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39" name="Shape 139"/>
          <p:cNvSpPr/>
          <p:nvPr/>
        </p:nvSpPr>
        <p:spPr>
          <a:xfrm>
            <a:off y="2379050" x="1115575"/>
            <a:ext cy="175800" cx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4" name="Shape 144"/>
          <p:cNvSpPr txBox="1"/>
          <p:nvPr>
            <p:ph idx="1" type="body"/>
          </p:nvPr>
        </p:nvSpPr>
        <p:spPr>
          <a:xfrm>
            <a:off y="2419711" x="913573"/>
            <a:ext cy="49881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ctr" rtl="0" lvl="0" marR="0" indent="-4572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orsiva"/>
              <a:buNone/>
            </a:pPr>
            <a:r>
              <a:rPr strike="noStrike" u="none" b="0" cap="none" baseline="0" sz="4800" lang="en" i="0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  <a:rtl val="0"/>
              </a:rPr>
              <a:t>Pauline: </a:t>
            </a:r>
          </a:p>
          <a:p>
            <a:pPr algn="ctr" rtl="0" lvl="0" marR="0" indent="-4572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Ubuntu"/>
              <a:buNone/>
            </a:pPr>
            <a:r>
              <a:rPr strike="noStrike" u="none" b="0" cap="none" baseline="0" sz="48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CENTRIST</a:t>
            </a:r>
          </a:p>
          <a:p>
            <a:pPr algn="ctr" rtl="0" lvl="0" marR="0" indent="-4572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Ubuntu"/>
              <a:buNone/>
            </a:pPr>
            <a:r>
              <a:rPr strike="noStrike" u="none" b="0" cap="none" baseline="0" sz="48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descriptor 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9" name="Shape 149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CENTRIST descriptor</a:t>
            </a:r>
          </a:p>
        </p:txBody>
      </p:sp>
      <p:sp>
        <p:nvSpPr>
          <p:cNvPr id="150" name="Shape 150"/>
          <p:cNvSpPr txBox="1"/>
          <p:nvPr>
            <p:ph idx="1" type="body"/>
          </p:nvPr>
        </p:nvSpPr>
        <p:spPr>
          <a:xfrm>
            <a:off y="1817936" x="1069873"/>
            <a:ext cy="2632199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Test image features:</a:t>
            </a:r>
          </a:p>
          <a:p>
            <a:pPr algn="l" rtl="0" lvl="1" marR="0" indent="-381000" marL="9144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ct val="222222"/>
              <a:buFont typeface="Arial"/>
              <a:buChar char="•"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Image of type uint 		=&gt; Convert to double</a:t>
            </a:r>
          </a:p>
          <a:p>
            <a:r>
              <a:t/>
            </a:r>
          </a:p>
          <a:p>
            <a:pPr algn="l" rtl="0" lvl="1" marR="0" indent="-381000" marL="9144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ct val="222222"/>
              <a:buFont typeface="Arial"/>
              <a:buChar char="•"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RGB color planes 		=&gt; Convert to grayscale</a:t>
            </a:r>
          </a:p>
          <a:p>
            <a:r>
              <a:t/>
            </a:r>
          </a:p>
          <a:p>
            <a:pPr algn="l" rtl="0" lvl="1" marR="0" indent="-381000" marL="9144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ct val="222222"/>
              <a:buFont typeface="Arial"/>
              <a:buChar char="•"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1880*2816 = more than 5.2 million pixels... </a:t>
            </a:r>
          </a:p>
          <a:p>
            <a:pPr algn="l" rtl="0" lvl="0" marR="0" indent="457200" marL="3200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=&gt; Downsize image</a:t>
            </a:r>
          </a:p>
        </p:txBody>
      </p:sp>
      <p:sp>
        <p:nvSpPr>
          <p:cNvPr id="151" name="Shape 151"/>
          <p:cNvSpPr txBox="1"/>
          <p:nvPr>
            <p:ph idx="2" type="body"/>
          </p:nvPr>
        </p:nvSpPr>
        <p:spPr>
          <a:xfrm>
            <a:off y="5101962" x="1553098"/>
            <a:ext cy="634200" cx="3566398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-342900" marL="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Grayscale downsized test image:</a:t>
            </a:r>
          </a:p>
        </p:txBody>
      </p:sp>
      <p:sp>
        <p:nvSpPr>
          <p:cNvPr id="152" name="Shape 152"/>
          <p:cNvSpPr/>
          <p:nvPr/>
        </p:nvSpPr>
        <p:spPr>
          <a:xfrm>
            <a:off y="4507000" x="5289375"/>
            <a:ext cy="1933859" cx="2839138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7" name="Shape 157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CENTRIST descriptor</a:t>
            </a:r>
          </a:p>
        </p:txBody>
      </p:sp>
      <p:grpSp>
        <p:nvGrpSpPr>
          <p:cNvPr id="158" name="Shape 158"/>
          <p:cNvGrpSpPr/>
          <p:nvPr/>
        </p:nvGrpSpPr>
        <p:grpSpPr>
          <a:xfrm>
            <a:off y="2141050" x="854948"/>
            <a:ext cy="1738498" cx="8028921"/>
            <a:chOff y="4808050" x="854948"/>
            <a:chExt cy="1738498" cx="8028921"/>
          </a:xfrm>
        </p:grpSpPr>
        <p:sp>
          <p:nvSpPr>
            <p:cNvPr id="159" name="Shape 159"/>
            <p:cNvSpPr/>
            <p:nvPr/>
          </p:nvSpPr>
          <p:spPr>
            <a:xfrm>
              <a:off y="4808050" x="3540500"/>
              <a:ext cy="929399" cx="1635599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algn="ctr" rtl="0" lvl="0" marR="0" indent="0" mar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strike="noStrike" u="none" b="0" cap="none" baseline="0" sz="1400" lang="en" i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rPr>
                <a:t>function</a:t>
              </a:r>
            </a:p>
            <a:p>
              <a:pPr algn="ctr" rtl="0" lvl="0" marR="0" indent="0" mar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strike="noStrike" u="none" b="0" cap="none" baseline="0" sz="1800" lang="en" i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rPr>
                <a:t>compare</a:t>
              </a:r>
            </a:p>
          </p:txBody>
        </p:sp>
        <p:cxnSp>
          <p:nvCxnSpPr>
            <p:cNvPr id="160" name="Shape 160"/>
            <p:cNvCxnSpPr/>
            <p:nvPr/>
          </p:nvCxnSpPr>
          <p:spPr>
            <a:xfrm rot="10800000" flipH="1">
              <a:off y="5272748" x="2769200"/>
              <a:ext cy="13800" cx="771298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lg" len="lg" type="triangle"/>
            </a:ln>
          </p:spPr>
        </p:cxnSp>
        <p:sp>
          <p:nvSpPr>
            <p:cNvPr id="161" name="Shape 161"/>
            <p:cNvSpPr txBox="1"/>
            <p:nvPr/>
          </p:nvSpPr>
          <p:spPr>
            <a:xfrm>
              <a:off y="5051050" x="854948"/>
              <a:ext cy="457200" cx="1892099"/>
            </a:xfrm>
            <a:prstGeom prst="rect">
              <a:avLst/>
            </a:prstGeom>
            <a:noFill/>
            <a:ln>
              <a:noFill/>
            </a:ln>
          </p:spPr>
          <p:txBody>
            <a:bodyPr bIns="91425" rIns="91425" lIns="91425" tIns="91425" anchor="t" anchorCtr="0">
              <a:noAutofit/>
            </a:bodyPr>
            <a:lstStyle/>
            <a:p>
              <a:pPr algn="l" rtl="0" lvl="0" marR="0" indent="0" mar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strike="noStrike" u="none" b="0" cap="none" baseline="0" sz="1400" lang="en" i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rPr>
                <a:t>3x3 pixel surrounding</a:t>
              </a:r>
            </a:p>
          </p:txBody>
        </p:sp>
        <p:sp>
          <p:nvSpPr>
            <p:cNvPr id="162" name="Shape 162"/>
            <p:cNvSpPr/>
            <p:nvPr/>
          </p:nvSpPr>
          <p:spPr>
            <a:xfrm>
              <a:off y="5616817" x="1199729"/>
              <a:ext cy="929731" cx="1295481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</p:spPr>
        </p:sp>
        <p:cxnSp>
          <p:nvCxnSpPr>
            <p:cNvPr id="163" name="Shape 163"/>
            <p:cNvCxnSpPr/>
            <p:nvPr/>
          </p:nvCxnSpPr>
          <p:spPr>
            <a:xfrm>
              <a:off y="5272748" x="5176098"/>
              <a:ext cy="5399" cx="6782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lg" len="lg" type="triangle"/>
            </a:ln>
          </p:spPr>
        </p:cxnSp>
        <p:sp>
          <p:nvSpPr>
            <p:cNvPr id="164" name="Shape 164"/>
            <p:cNvSpPr txBox="1"/>
            <p:nvPr/>
          </p:nvSpPr>
          <p:spPr>
            <a:xfrm>
              <a:off y="5051050" x="5913869"/>
              <a:ext cy="838198" cx="2970000"/>
            </a:xfrm>
            <a:prstGeom prst="rect">
              <a:avLst/>
            </a:prstGeom>
            <a:noFill/>
            <a:ln>
              <a:noFill/>
            </a:ln>
          </p:spPr>
          <p:txBody>
            <a:bodyPr bIns="91425" rIns="91425" lIns="91425" tIns="91425" anchor="t" anchorCtr="0">
              <a:noAutofit/>
            </a:bodyPr>
            <a:lstStyle/>
            <a:p>
              <a:pPr algn="l" rtl="0" lvl="0" marR="0" indent="0" mar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strike="noStrike" u="none" b="0" cap="none" baseline="0" sz="1400" lang="en" i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rPr>
                <a:t>Decimal code for surrounding.</a:t>
              </a:r>
            </a:p>
            <a:p>
              <a:pPr algn="l" rtl="0" lvl="0" marR="0" indent="0" mar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strike="noStrike" u="none" b="0" cap="none" baseline="0" sz="1400" lang="en" i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rPr>
                <a:t>Code in [0 ; 255]</a:t>
              </a:r>
            </a:p>
          </p:txBody>
        </p:sp>
        <p:sp>
          <p:nvSpPr>
            <p:cNvPr id="165" name="Shape 165"/>
            <p:cNvSpPr/>
            <p:nvPr/>
          </p:nvSpPr>
          <p:spPr>
            <a:xfrm>
              <a:off y="5928467" x="6179637"/>
              <a:ext cy="345648" cx="1130004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66" name="Shape 166"/>
          <p:cNvGrpSpPr/>
          <p:nvPr/>
        </p:nvGrpSpPr>
        <p:grpSpPr>
          <a:xfrm>
            <a:off y="4729975" x="1970075"/>
            <a:ext cy="929399" cx="7010419"/>
            <a:chOff y="4729975" x="1970075"/>
            <a:chExt cy="929399" cx="7010419"/>
          </a:xfrm>
        </p:grpSpPr>
        <p:sp>
          <p:nvSpPr>
            <p:cNvPr id="167" name="Shape 167"/>
            <p:cNvSpPr/>
            <p:nvPr/>
          </p:nvSpPr>
          <p:spPr>
            <a:xfrm>
              <a:off y="4729975" x="3540500"/>
              <a:ext cy="929399" cx="1635599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algn="ctr" rtl="0" lvl="0" marR="0" indent="0" mar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strike="noStrike" u="none" b="0" cap="none" baseline="0" sz="1800" lang="en" i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rPr>
                <a:t>CENTRIST</a:t>
              </a:r>
            </a:p>
          </p:txBody>
        </p:sp>
        <p:sp>
          <p:nvSpPr>
            <p:cNvPr id="168" name="Shape 168"/>
            <p:cNvSpPr txBox="1"/>
            <p:nvPr/>
          </p:nvSpPr>
          <p:spPr>
            <a:xfrm>
              <a:off y="4974850" x="1970075"/>
              <a:ext cy="457200" cx="777000"/>
            </a:xfrm>
            <a:prstGeom prst="rect">
              <a:avLst/>
            </a:prstGeom>
            <a:noFill/>
            <a:ln>
              <a:noFill/>
            </a:ln>
          </p:spPr>
          <p:txBody>
            <a:bodyPr bIns="91425" rIns="91425" lIns="91425" tIns="91425" anchor="t" anchorCtr="0">
              <a:noAutofit/>
            </a:bodyPr>
            <a:lstStyle/>
            <a:p>
              <a:pPr algn="l" rtl="0" lvl="0" marR="0" indent="0" mar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strike="noStrike" u="none" b="0" cap="none" baseline="0" sz="1400" lang="en" i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rPr>
                <a:t>Image</a:t>
              </a:r>
            </a:p>
          </p:txBody>
        </p:sp>
        <p:cxnSp>
          <p:nvCxnSpPr>
            <p:cNvPr id="169" name="Shape 169"/>
            <p:cNvCxnSpPr/>
            <p:nvPr/>
          </p:nvCxnSpPr>
          <p:spPr>
            <a:xfrm rot="10800000" flipH="1">
              <a:off y="5194673" x="2769200"/>
              <a:ext cy="15600" cx="771298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lg" len="lg" type="triangle"/>
            </a:ln>
          </p:spPr>
        </p:cxnSp>
        <p:cxnSp>
          <p:nvCxnSpPr>
            <p:cNvPr id="170" name="Shape 170"/>
            <p:cNvCxnSpPr/>
            <p:nvPr/>
          </p:nvCxnSpPr>
          <p:spPr>
            <a:xfrm>
              <a:off y="5194673" x="5176098"/>
              <a:ext cy="900" cx="771298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lg" len="lg" type="triangle"/>
            </a:ln>
          </p:spPr>
        </p:cxnSp>
        <p:sp>
          <p:nvSpPr>
            <p:cNvPr id="171" name="Shape 171"/>
            <p:cNvSpPr txBox="1"/>
            <p:nvPr/>
          </p:nvSpPr>
          <p:spPr>
            <a:xfrm>
              <a:off y="4942835" x="6010494"/>
              <a:ext cy="670800" cx="2970000"/>
            </a:xfrm>
            <a:prstGeom prst="rect">
              <a:avLst/>
            </a:prstGeom>
            <a:noFill/>
            <a:ln>
              <a:noFill/>
            </a:ln>
          </p:spPr>
          <p:txBody>
            <a:bodyPr bIns="91425" rIns="91425" lIns="91425" tIns="91425" anchor="t" anchorCtr="0">
              <a:noAutofit/>
            </a:bodyPr>
            <a:lstStyle/>
            <a:p>
              <a:pPr algn="l" rtl="0" lvl="0" marR="0" indent="0" mar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strike="noStrike" u="none" b="0" cap="none" baseline="0" sz="1400" lang="en" i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rPr>
                <a:t>Image of the CT value for all pixels</a:t>
              </a:r>
            </a:p>
          </p:txBody>
        </p:sp>
      </p:grp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6" name="Shape 176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CENTRIST descriptor</a:t>
            </a:r>
          </a:p>
        </p:txBody>
      </p:sp>
      <p:sp>
        <p:nvSpPr>
          <p:cNvPr id="177" name="Shape 177"/>
          <p:cNvSpPr/>
          <p:nvPr/>
        </p:nvSpPr>
        <p:spPr>
          <a:xfrm>
            <a:off y="4626012" x="800120"/>
            <a:ext cy="2017683" cx="29627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78" name="Shape 178"/>
          <p:cNvSpPr/>
          <p:nvPr/>
        </p:nvSpPr>
        <p:spPr>
          <a:xfrm>
            <a:off y="4626012" x="5568828"/>
            <a:ext cy="1920741" cx="2876318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grpSp>
        <p:nvGrpSpPr>
          <p:cNvPr id="179" name="Shape 179"/>
          <p:cNvGrpSpPr/>
          <p:nvPr/>
        </p:nvGrpSpPr>
        <p:grpSpPr>
          <a:xfrm>
            <a:off y="3513487" x="2186987"/>
            <a:ext cy="929399" cx="5653819"/>
            <a:chOff y="4729975" x="1970075"/>
            <a:chExt cy="929399" cx="5653819"/>
          </a:xfrm>
        </p:grpSpPr>
        <p:sp>
          <p:nvSpPr>
            <p:cNvPr id="180" name="Shape 180"/>
            <p:cNvSpPr/>
            <p:nvPr/>
          </p:nvSpPr>
          <p:spPr>
            <a:xfrm>
              <a:off y="4729975" x="3540500"/>
              <a:ext cy="929399" cx="1635599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med" len="med" type="none"/>
            </a:ln>
          </p:spPr>
          <p:txBody>
            <a:bodyPr bIns="91425" rIns="91425" lIns="91425" tIns="91425" anchor="ctr" anchorCtr="0">
              <a:noAutofit/>
            </a:bodyPr>
            <a:lstStyle/>
            <a:p>
              <a:pPr algn="ctr" rtl="0" lvl="0" marR="0" indent="0" mar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strike="noStrike" u="none" b="0" cap="none" baseline="0" sz="1800" lang="en" i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rPr>
                <a:t>CENTRIST</a:t>
              </a:r>
            </a:p>
          </p:txBody>
        </p:sp>
        <p:sp>
          <p:nvSpPr>
            <p:cNvPr id="181" name="Shape 181"/>
            <p:cNvSpPr txBox="1"/>
            <p:nvPr/>
          </p:nvSpPr>
          <p:spPr>
            <a:xfrm>
              <a:off y="4974850" x="1970075"/>
              <a:ext cy="457200" cx="777000"/>
            </a:xfrm>
            <a:prstGeom prst="rect">
              <a:avLst/>
            </a:prstGeom>
            <a:noFill/>
            <a:ln>
              <a:noFill/>
            </a:ln>
          </p:spPr>
          <p:txBody>
            <a:bodyPr bIns="91425" rIns="91425" lIns="91425" tIns="91425" anchor="t" anchorCtr="0">
              <a:noAutofit/>
            </a:bodyPr>
            <a:lstStyle/>
            <a:p>
              <a:pPr algn="l" rtl="0" lvl="0" marR="0" indent="0" mar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strike="noStrike" u="none" b="0" cap="none" baseline="0" sz="1400" lang="en" i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rPr>
                <a:t>Image</a:t>
              </a:r>
            </a:p>
          </p:txBody>
        </p:sp>
        <p:cxnSp>
          <p:nvCxnSpPr>
            <p:cNvPr id="182" name="Shape 182"/>
            <p:cNvCxnSpPr/>
            <p:nvPr/>
          </p:nvCxnSpPr>
          <p:spPr>
            <a:xfrm rot="10800000" flipH="1">
              <a:off y="5194673" x="2769200"/>
              <a:ext cy="15600" cx="771298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lg" len="lg" type="triangle"/>
            </a:ln>
          </p:spPr>
        </p:cxnSp>
        <p:cxnSp>
          <p:nvCxnSpPr>
            <p:cNvPr id="183" name="Shape 183"/>
            <p:cNvCxnSpPr/>
            <p:nvPr/>
          </p:nvCxnSpPr>
          <p:spPr>
            <a:xfrm>
              <a:off y="5194673" x="5176098"/>
              <a:ext cy="900" cx="771298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w="med" len="med" type="none"/>
              <a:tailEnd w="lg" len="lg" type="triangle"/>
            </a:ln>
          </p:spPr>
        </p:cxnSp>
        <p:sp>
          <p:nvSpPr>
            <p:cNvPr id="184" name="Shape 184"/>
            <p:cNvSpPr txBox="1"/>
            <p:nvPr/>
          </p:nvSpPr>
          <p:spPr>
            <a:xfrm>
              <a:off y="4942835" x="6010494"/>
              <a:ext cy="670800" cx="1613400"/>
            </a:xfrm>
            <a:prstGeom prst="rect">
              <a:avLst/>
            </a:prstGeom>
            <a:noFill/>
            <a:ln>
              <a:noFill/>
            </a:ln>
          </p:spPr>
          <p:txBody>
            <a:bodyPr bIns="91425" rIns="91425" lIns="91425" tIns="91425" anchor="t" anchorCtr="0">
              <a:noAutofit/>
            </a:bodyPr>
            <a:lstStyle/>
            <a:p>
              <a:pPr algn="l" rtl="0" lvl="0" marR="0" indent="0" mar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strike="noStrike" u="none" b="0" cap="none" baseline="0" sz="1400" lang="en" i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rPr>
                <a:t>Image of the CT </a:t>
              </a:r>
            </a:p>
            <a:p>
              <a:pPr algn="l" rtl="0" lvl="0" marR="0" indent="0" mar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strike="noStrike" u="none" b="0" cap="none" baseline="0" sz="1400" lang="en" i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rPr>
                <a:t>value for all pixels</a:t>
              </a:r>
            </a:p>
          </p:txBody>
        </p:sp>
      </p:grpSp>
      <p:sp>
        <p:nvSpPr>
          <p:cNvPr id="185" name="Shape 185"/>
          <p:cNvSpPr txBox="1"/>
          <p:nvPr>
            <p:ph idx="1" type="body"/>
          </p:nvPr>
        </p:nvSpPr>
        <p:spPr>
          <a:xfrm>
            <a:off y="1678561" x="854948"/>
            <a:ext cy="1591498" cx="6019798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strike="noStrike" u="none" b="1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Step 1</a:t>
            </a:r>
          </a:p>
          <a:p>
            <a:pPr algn="l" rtl="0" lvl="1" marR="0" indent="-381000" marL="9144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ct val="222222"/>
              <a:buFont typeface="Arial"/>
              <a:buChar char="•"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Need to use [ ] to ensure CT matrix display</a:t>
            </a:r>
          </a:p>
          <a:p>
            <a:pPr algn="l" rtl="0" lvl="1" marR="0" indent="-381000" marL="9144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ct val="222222"/>
              <a:buFont typeface="Arial"/>
              <a:buChar char="•"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470*704 = 331k pixels</a:t>
            </a:r>
          </a:p>
          <a:p>
            <a:pPr algn="l" rtl="0" lvl="1" marR="0" indent="-381000" marL="9144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ct val="222222"/>
              <a:buFont typeface="Arial"/>
              <a:buChar char="•"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Computation time = 36 seconds 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0" name="Shape 190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CENTRIST descriptor</a:t>
            </a:r>
          </a:p>
        </p:txBody>
      </p:sp>
      <p:sp>
        <p:nvSpPr>
          <p:cNvPr id="191" name="Shape 191"/>
          <p:cNvSpPr txBox="1"/>
          <p:nvPr>
            <p:ph idx="1" type="body"/>
          </p:nvPr>
        </p:nvSpPr>
        <p:spPr>
          <a:xfrm>
            <a:off y="1817936" x="1069873"/>
            <a:ext cy="2632199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strike="noStrike" u="none" b="1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Step 2</a:t>
            </a:r>
          </a:p>
          <a:p>
            <a:pPr algn="l" rtl="0" lvl="1" marR="0" indent="-381000" marL="9144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ct val="222222"/>
              <a:buFont typeface="Arial"/>
              <a:buChar char="•"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Use command "hist"</a:t>
            </a:r>
          </a:p>
        </p:txBody>
      </p:sp>
      <p:sp>
        <p:nvSpPr>
          <p:cNvPr id="192" name="Shape 192"/>
          <p:cNvSpPr/>
          <p:nvPr/>
        </p:nvSpPr>
        <p:spPr>
          <a:xfrm>
            <a:off y="2971800" x="4467925"/>
            <a:ext cy="3714750" cx="44958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93" name="Shape 193"/>
          <p:cNvSpPr txBox="1"/>
          <p:nvPr/>
        </p:nvSpPr>
        <p:spPr>
          <a:xfrm>
            <a:off y="4315521" x="1247100"/>
            <a:ext cy="1544400" cx="26448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Goal: </a:t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	Histogram </a:t>
            </a:r>
          </a:p>
          <a:p>
            <a:pPr algn="l" rtl="0" lvl="0" marR="0" indent="4572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representative of </a:t>
            </a:r>
          </a:p>
          <a:p>
            <a:pPr algn="l" rtl="0" lvl="0" marR="0" indent="4572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flowers...</a:t>
            </a: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8" name="Shape 198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CENTRIST descriptor</a:t>
            </a:r>
          </a:p>
        </p:txBody>
      </p:sp>
      <p:sp>
        <p:nvSpPr>
          <p:cNvPr id="199" name="Shape 199"/>
          <p:cNvSpPr txBox="1"/>
          <p:nvPr>
            <p:ph idx="1" type="body"/>
          </p:nvPr>
        </p:nvSpPr>
        <p:spPr>
          <a:xfrm>
            <a:off y="1706411" x="1079173"/>
            <a:ext cy="513300" cx="38823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strike="noStrike" u="none" b="1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Step 3</a:t>
            </a: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: Other images histograms...</a:t>
            </a:r>
          </a:p>
        </p:txBody>
      </p:sp>
      <p:sp>
        <p:nvSpPr>
          <p:cNvPr id="200" name="Shape 200"/>
          <p:cNvSpPr/>
          <p:nvPr/>
        </p:nvSpPr>
        <p:spPr>
          <a:xfrm>
            <a:off y="2675930" x="1287315"/>
            <a:ext cy="1461169" cx="212686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01" name="Shape 201"/>
          <p:cNvSpPr/>
          <p:nvPr/>
        </p:nvSpPr>
        <p:spPr>
          <a:xfrm>
            <a:off y="2667496" x="3460821"/>
            <a:ext cy="1501846" cx="219043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02" name="Shape 202"/>
          <p:cNvSpPr txBox="1"/>
          <p:nvPr/>
        </p:nvSpPr>
        <p:spPr>
          <a:xfrm>
            <a:off y="4137100" x="1328875"/>
            <a:ext cy="373800" cx="48471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coast		size 512*763	Comput. time = 43s</a:t>
            </a:r>
          </a:p>
        </p:txBody>
      </p:sp>
      <p:sp>
        <p:nvSpPr>
          <p:cNvPr id="203" name="Shape 203"/>
          <p:cNvSpPr/>
          <p:nvPr/>
        </p:nvSpPr>
        <p:spPr>
          <a:xfrm>
            <a:off y="1918257" x="5767487"/>
            <a:ext cy="2327286" cx="2793538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04" name="Shape 204"/>
          <p:cNvSpPr/>
          <p:nvPr/>
        </p:nvSpPr>
        <p:spPr>
          <a:xfrm>
            <a:off y="4897571" x="1337966"/>
            <a:ext cy="1587327" cx="2192829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205" name="Shape 205"/>
          <p:cNvSpPr/>
          <p:nvPr/>
        </p:nvSpPr>
        <p:spPr>
          <a:xfrm>
            <a:off y="4889353" x="3530796"/>
            <a:ext cy="1595545" cx="2144900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</p:sp>
      <p:sp>
        <p:nvSpPr>
          <p:cNvPr id="206" name="Shape 206"/>
          <p:cNvSpPr/>
          <p:nvPr/>
        </p:nvSpPr>
        <p:spPr>
          <a:xfrm>
            <a:off y="4425964" x="5717808"/>
            <a:ext cy="2281200" cx="2793431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</p:sp>
      <p:sp>
        <p:nvSpPr>
          <p:cNvPr id="207" name="Shape 207"/>
          <p:cNvSpPr txBox="1"/>
          <p:nvPr/>
        </p:nvSpPr>
        <p:spPr>
          <a:xfrm>
            <a:off y="6408000" x="1328875"/>
            <a:ext cy="373800" cx="48471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forest	size 400*556	Comput. time = 24s</a:t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2" name="Shape 212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CENTRIST descriptor</a:t>
            </a:r>
          </a:p>
        </p:txBody>
      </p:sp>
      <p:sp>
        <p:nvSpPr>
          <p:cNvPr id="213" name="Shape 213"/>
          <p:cNvSpPr/>
          <p:nvPr/>
        </p:nvSpPr>
        <p:spPr>
          <a:xfrm>
            <a:off y="4487894" x="74347"/>
            <a:ext cy="2401188" cx="290636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14" name="Shape 214"/>
          <p:cNvSpPr/>
          <p:nvPr/>
        </p:nvSpPr>
        <p:spPr>
          <a:xfrm>
            <a:off y="4440966" x="3123081"/>
            <a:ext cy="2416988" cx="2901618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15" name="Shape 215"/>
          <p:cNvSpPr/>
          <p:nvPr/>
        </p:nvSpPr>
        <p:spPr>
          <a:xfrm>
            <a:off y="4411694" x="6063562"/>
            <a:ext cy="2420903" cx="2964308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16" name="Shape 216"/>
          <p:cNvSpPr txBox="1"/>
          <p:nvPr>
            <p:ph idx="1" type="body"/>
          </p:nvPr>
        </p:nvSpPr>
        <p:spPr>
          <a:xfrm>
            <a:off y="1817936" x="1069873"/>
            <a:ext cy="1795799" cx="62984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strike="noStrike" u="none" b="1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Step 4</a:t>
            </a: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: Compare results</a:t>
            </a:r>
          </a:p>
          <a:p>
            <a:pPr algn="l" rtl="0" lvl="1" marR="0" indent="-381000" marL="9144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ct val="222222"/>
              <a:buFont typeface="Arial"/>
              <a:buChar char="•"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Flower: peaks equally distributed</a:t>
            </a:r>
          </a:p>
          <a:p>
            <a:pPr algn="l" rtl="0" lvl="1" marR="0" indent="-381000" marL="9144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ct val="222222"/>
              <a:buFont typeface="Arial"/>
              <a:buChar char="•"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Coast: flat, mostly high values ~255</a:t>
            </a:r>
          </a:p>
          <a:p>
            <a:pPr algn="l" rtl="0" lvl="1" marR="0" indent="-381000" marL="9144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ct val="222222"/>
              <a:buFont typeface="Arial"/>
              <a:buChar char="•"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Forest: flat but higher, mostly low and high values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y="4148225" x="1079825"/>
            <a:ext cy="457200" cx="1473898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Flower</a:t>
            </a:r>
          </a:p>
        </p:txBody>
      </p:sp>
      <p:sp>
        <p:nvSpPr>
          <p:cNvPr id="218" name="Shape 218"/>
          <p:cNvSpPr txBox="1"/>
          <p:nvPr/>
        </p:nvSpPr>
        <p:spPr>
          <a:xfrm>
            <a:off y="4148225" x="3917801"/>
            <a:ext cy="457200" cx="1473898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Coast</a:t>
            </a:r>
          </a:p>
        </p:txBody>
      </p:sp>
      <p:sp>
        <p:nvSpPr>
          <p:cNvPr id="219" name="Shape 219"/>
          <p:cNvSpPr txBox="1"/>
          <p:nvPr/>
        </p:nvSpPr>
        <p:spPr>
          <a:xfrm>
            <a:off y="4148225" x="6895175"/>
            <a:ext cy="457200" cx="1473898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Forest</a:t>
            </a: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4" name="Shape 224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CENTRIST descriptor</a:t>
            </a:r>
          </a:p>
        </p:txBody>
      </p:sp>
      <p:sp>
        <p:nvSpPr>
          <p:cNvPr id="225" name="Shape 225"/>
          <p:cNvSpPr/>
          <p:nvPr/>
        </p:nvSpPr>
        <p:spPr>
          <a:xfrm>
            <a:off y="1670900" x="4427089"/>
            <a:ext cy="1532345" cx="2284229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26" name="Shape 226"/>
          <p:cNvSpPr/>
          <p:nvPr/>
        </p:nvSpPr>
        <p:spPr>
          <a:xfrm>
            <a:off y="1682985" x="2105200"/>
            <a:ext cy="1508174" cx="225878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27" name="Shape 227"/>
          <p:cNvSpPr/>
          <p:nvPr/>
        </p:nvSpPr>
        <p:spPr>
          <a:xfrm>
            <a:off y="1670900" x="6804884"/>
            <a:ext cy="1515064" cx="2104009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28" name="Shape 228"/>
          <p:cNvSpPr/>
          <p:nvPr/>
        </p:nvSpPr>
        <p:spPr>
          <a:xfrm>
            <a:off y="4197675" x="3993844"/>
            <a:ext cy="2038350" cx="3038475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229" name="Shape 229"/>
          <p:cNvSpPr txBox="1"/>
          <p:nvPr/>
        </p:nvSpPr>
        <p:spPr>
          <a:xfrm>
            <a:off y="2021225" x="815745"/>
            <a:ext cy="684300" cx="1062298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ctr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TRAININGIMAGES</a:t>
            </a:r>
          </a:p>
        </p:txBody>
      </p:sp>
      <p:sp>
        <p:nvSpPr>
          <p:cNvPr id="230" name="Shape 230"/>
          <p:cNvSpPr txBox="1"/>
          <p:nvPr/>
        </p:nvSpPr>
        <p:spPr>
          <a:xfrm>
            <a:off y="5017800" x="1463613"/>
            <a:ext cy="398099" cx="19107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ctr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TEST IMAGE</a:t>
            </a: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5" name="Shape 235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CENTRIST descriptor</a:t>
            </a:r>
          </a:p>
        </p:txBody>
      </p:sp>
      <p:sp>
        <p:nvSpPr>
          <p:cNvPr id="236" name="Shape 236"/>
          <p:cNvSpPr txBox="1"/>
          <p:nvPr/>
        </p:nvSpPr>
        <p:spPr>
          <a:xfrm>
            <a:off y="3992650" x="5233198"/>
            <a:ext cy="2269500" cx="3501898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Errors (average mean distance):</a:t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 </a:t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	     With flower: 	203</a:t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6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	</a:t>
            </a:r>
          </a:p>
          <a:p>
            <a:pPr algn="l" rtl="0" lvl="0" marR="0" indent="4572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     With coast:	227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	     With forest: 	201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... not very good...</a:t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237" name="Shape 237"/>
          <p:cNvSpPr txBox="1"/>
          <p:nvPr/>
        </p:nvSpPr>
        <p:spPr>
          <a:xfrm>
            <a:off y="3663562" x="1495880"/>
            <a:ext cy="405598" cx="19917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ctr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TRAINING IMAGES</a:t>
            </a:r>
          </a:p>
        </p:txBody>
      </p:sp>
      <p:sp>
        <p:nvSpPr>
          <p:cNvPr id="238" name="Shape 238"/>
          <p:cNvSpPr txBox="1"/>
          <p:nvPr/>
        </p:nvSpPr>
        <p:spPr>
          <a:xfrm>
            <a:off y="6262150" x="3906869"/>
            <a:ext cy="398099" cx="19107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ctr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TEST IMAGE</a:t>
            </a:r>
          </a:p>
        </p:txBody>
      </p:sp>
      <p:sp>
        <p:nvSpPr>
          <p:cNvPr id="239" name="Shape 239"/>
          <p:cNvSpPr/>
          <p:nvPr/>
        </p:nvSpPr>
        <p:spPr>
          <a:xfrm>
            <a:off y="1864152" x="1202859"/>
            <a:ext cy="1741874" cx="257774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40" name="Shape 240"/>
          <p:cNvSpPr/>
          <p:nvPr/>
        </p:nvSpPr>
        <p:spPr>
          <a:xfrm>
            <a:off y="1830110" x="3906869"/>
            <a:ext cy="1753333" cx="257352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41" name="Shape 241"/>
          <p:cNvSpPr/>
          <p:nvPr/>
        </p:nvSpPr>
        <p:spPr>
          <a:xfrm>
            <a:off y="1808875" x="6514867"/>
            <a:ext cy="1756174" cx="262913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42" name="Shape 242"/>
          <p:cNvSpPr txBox="1"/>
          <p:nvPr/>
        </p:nvSpPr>
        <p:spPr>
          <a:xfrm>
            <a:off y="1617750" x="2094648"/>
            <a:ext cy="331800" cx="13070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Flower</a:t>
            </a:r>
          </a:p>
        </p:txBody>
      </p:sp>
      <p:sp>
        <p:nvSpPr>
          <p:cNvPr id="243" name="Shape 243"/>
          <p:cNvSpPr txBox="1"/>
          <p:nvPr/>
        </p:nvSpPr>
        <p:spPr>
          <a:xfrm>
            <a:off y="1617750" x="4611730"/>
            <a:ext cy="331800" cx="13070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Coast</a:t>
            </a:r>
          </a:p>
        </p:txBody>
      </p:sp>
      <p:sp>
        <p:nvSpPr>
          <p:cNvPr id="244" name="Shape 244"/>
          <p:cNvSpPr txBox="1"/>
          <p:nvPr/>
        </p:nvSpPr>
        <p:spPr>
          <a:xfrm>
            <a:off y="1617750" x="7252450"/>
            <a:ext cy="331800" cx="13070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Forest</a:t>
            </a:r>
          </a:p>
        </p:txBody>
      </p:sp>
      <p:sp>
        <p:nvSpPr>
          <p:cNvPr id="245" name="Shape 245"/>
          <p:cNvSpPr/>
          <p:nvPr/>
        </p:nvSpPr>
        <p:spPr>
          <a:xfrm>
            <a:off y="4469500" x="1354875"/>
            <a:ext cy="2190750" cx="2676525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0" name="Shape 250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CENTRIST descriptor</a:t>
            </a:r>
          </a:p>
        </p:txBody>
      </p:sp>
      <p:sp>
        <p:nvSpPr>
          <p:cNvPr id="251" name="Shape 251"/>
          <p:cNvSpPr txBox="1"/>
          <p:nvPr>
            <p:ph idx="1" type="body"/>
          </p:nvPr>
        </p:nvSpPr>
        <p:spPr>
          <a:xfrm>
            <a:off y="1817936" x="1069873"/>
            <a:ext cy="2632199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Ideas for future...</a:t>
            </a:r>
          </a:p>
          <a:p>
            <a:r>
              <a:t/>
            </a:r>
          </a:p>
          <a:p>
            <a:pPr algn="l" rtl="0" lvl="0" marR="0" indent="-4191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77777"/>
              <a:buFont typeface="Arial"/>
              <a:buChar char="•"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Try to "blur", or "average" a bit the CT images.</a:t>
            </a:r>
          </a:p>
          <a:p>
            <a:pPr algn="l" rtl="0" lvl="0" marR="0" indent="-4191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77777"/>
              <a:buFont typeface="Arial"/>
              <a:buChar char="•"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Try with another measure of distance for comparison</a:t>
            </a:r>
          </a:p>
          <a:p>
            <a:pPr algn="l" rtl="0" lvl="0" marR="0" indent="-4191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77777"/>
              <a:buFont typeface="Arial"/>
              <a:buChar char="•"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Try another way of coding loop call to compare function if possible</a:t>
            </a:r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6" name="Shape 256"/>
          <p:cNvSpPr txBox="1"/>
          <p:nvPr>
            <p:ph idx="1" type="body"/>
          </p:nvPr>
        </p:nvSpPr>
        <p:spPr>
          <a:xfrm>
            <a:off y="2361111" x="776797"/>
            <a:ext cy="49881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ctr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Corsiva"/>
              <a:buNone/>
            </a:pPr>
            <a:r>
              <a:rPr strike="noStrike" u="none" b="0" cap="none" baseline="0" sz="4800" lang="en" i="0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  <a:rtl val="0"/>
              </a:rPr>
              <a:t>Piter: </a:t>
            </a:r>
          </a:p>
          <a:p>
            <a:pPr algn="ctr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Ubuntu"/>
              <a:buNone/>
            </a:pPr>
            <a:r>
              <a:rPr strike="noStrike" u="none" b="0" cap="none" baseline="0" sz="48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Color histogram</a:t>
            </a:r>
          </a:p>
          <a:p>
            <a:pPr algn="ctr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Ubuntu"/>
              <a:buNone/>
            </a:pPr>
            <a:r>
              <a:rPr strike="noStrike" u="none" b="0" cap="none" baseline="0" sz="48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 descriptor</a:t>
            </a:r>
            <a:r>
              <a:rPr strike="noStrike" u="none" b="0" cap="none" baseline="0" sz="4800" lang="en" i="0">
                <a:solidFill>
                  <a:schemeClr val="accent1"/>
                </a:solidFill>
                <a:latin typeface="Corsiva"/>
                <a:ea typeface="Corsiva"/>
                <a:cs typeface="Corsiva"/>
                <a:sym typeface="Corsiva"/>
                <a:rtl val="0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1" name="Shape 261"/>
          <p:cNvSpPr txBox="1"/>
          <p:nvPr>
            <p:ph idx="1" type="body"/>
          </p:nvPr>
        </p:nvSpPr>
        <p:spPr>
          <a:xfrm>
            <a:off y="1600200" x="662700"/>
            <a:ext cy="5370671" cx="84051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1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Algorithm Background: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A distance measure between two histograms has applications in: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- feature selection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- image indexing 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- retrieval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- pattern classification 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- clustering. </a:t>
            </a:r>
          </a:p>
          <a:p>
            <a:r>
              <a:t/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We propose a distance between sets of measurement values as a measure of dissimilarity  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of two histograms with three versions of the univariate histogram, such as: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- nominal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- ordinal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- modulo</a:t>
            </a:r>
          </a:p>
          <a:p>
            <a:r>
              <a:t/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Their computational time complexities are </a:t>
            </a:r>
            <a:r>
              <a:rPr strike="noStrike" u="none" b="0" cap="none" baseline="0" sz="1800" lang="en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Θ</a:t>
            </a: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(</a:t>
            </a:r>
            <a:r>
              <a:rPr strike="noStrike" u="none" b="0" cap="none" baseline="0" sz="1800" lang="en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b</a:t>
            </a: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), </a:t>
            </a:r>
            <a:r>
              <a:rPr strike="noStrike" u="none" b="0" cap="none" baseline="0" sz="1800" lang="en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Θ</a:t>
            </a: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(</a:t>
            </a:r>
            <a:r>
              <a:rPr strike="noStrike" u="none" b="0" cap="none" baseline="0" sz="1800" lang="en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b</a:t>
            </a: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) and </a:t>
            </a:r>
            <a:r>
              <a:rPr strike="noStrike" u="none" b="0" cap="none" baseline="0" sz="1800" lang="en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O</a:t>
            </a: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(</a:t>
            </a:r>
            <a:r>
              <a:rPr strike="noStrike" u="none" b="0" cap="none" baseline="0" sz="1800" lang="en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b</a:t>
            </a: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2)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 where </a:t>
            </a:r>
            <a:r>
              <a:rPr strike="noStrike" u="none" b="0" cap="none" baseline="0" sz="1800" lang="en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b</a:t>
            </a: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is the number of levels in histograms.</a:t>
            </a:r>
          </a:p>
        </p:txBody>
      </p:sp>
      <p:sp>
        <p:nvSpPr>
          <p:cNvPr id="262" name="Shape 262"/>
          <p:cNvSpPr txBox="1"/>
          <p:nvPr/>
        </p:nvSpPr>
        <p:spPr>
          <a:xfrm>
            <a:off y="282075" x="634675"/>
            <a:ext cy="810900" cx="75102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Color Histogram Descriptor</a:t>
            </a: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7" name="Shape 267"/>
          <p:cNvSpPr txBox="1"/>
          <p:nvPr>
            <p:ph idx="1" type="body"/>
          </p:nvPr>
        </p:nvSpPr>
        <p:spPr>
          <a:xfrm>
            <a:off y="1768908" x="700397"/>
            <a:ext cy="4724339" cx="84051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1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Formulating Algorithm - Image Representation: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In this section we describe the: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 color feature spaces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 texture feature spaces 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 representation of distributions (in these spaces).</a:t>
            </a:r>
          </a:p>
          <a:p>
            <a:r>
              <a:t/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1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Color: 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 the perceived differences between individual nearby colors 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 implement the Euclidean distances between the color coordinates. </a:t>
            </a:r>
          </a:p>
          <a:p>
            <a:r>
              <a:t/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1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Texture: </a:t>
            </a: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Color is a purely pointwise property of images;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 involves a notion of spatial extent, a single point has no texture. 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 Frequency-domain texture descriptors refer instead to the frequency;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content in a local neighborhood of the point. </a:t>
            </a:r>
          </a:p>
        </p:txBody>
      </p:sp>
      <p:sp>
        <p:nvSpPr>
          <p:cNvPr id="268" name="Shape 268"/>
          <p:cNvSpPr txBox="1"/>
          <p:nvPr/>
        </p:nvSpPr>
        <p:spPr>
          <a:xfrm>
            <a:off y="282075" x="634675"/>
            <a:ext cy="810900" cx="75102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Color Histogram Descriptor</a:t>
            </a:r>
          </a:p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3" name="Shape 273"/>
          <p:cNvSpPr txBox="1"/>
          <p:nvPr>
            <p:ph idx="1" type="body"/>
          </p:nvPr>
        </p:nvSpPr>
        <p:spPr>
          <a:xfrm>
            <a:off y="1710958" x="700397"/>
            <a:ext cy="4770506" cx="84051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just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1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Representation &amp; Distributions: </a:t>
            </a:r>
          </a:p>
          <a:p>
            <a:pPr algn="just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Distribution of Features appearance of a region is described:</a:t>
            </a:r>
          </a:p>
          <a:p>
            <a:pPr algn="just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 the distribution of features</a:t>
            </a:r>
          </a:p>
          <a:p>
            <a:pPr algn="just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 individual feature vectors. </a:t>
            </a:r>
          </a:p>
          <a:p>
            <a:r>
              <a:t/>
            </a:r>
          </a:p>
          <a:p>
            <a:pPr algn="just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1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Histograms used as:</a:t>
            </a:r>
          </a:p>
          <a:p>
            <a:pPr algn="just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 non–parametric estimators of empirical feature distributions. </a:t>
            </a:r>
          </a:p>
          <a:p>
            <a:r>
              <a:t/>
            </a:r>
          </a:p>
          <a:p>
            <a:pPr algn="just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1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Issues:</a:t>
            </a:r>
          </a:p>
          <a:p>
            <a:pPr algn="just" rtl="0" lvl="0" marR="0" indent="0" marL="215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For high–dimensional feature spaces a regular binning results in poor performance; </a:t>
            </a:r>
          </a:p>
          <a:p>
            <a:pPr algn="just" rtl="0" lvl="0" marR="0" indent="0" marL="215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 coarse binning dulls resolving power</a:t>
            </a:r>
          </a:p>
          <a:p>
            <a:pPr algn="just" rtl="0" lvl="0" marR="0" indent="0" marL="215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 fine binning leads to statistically insignificant sample sizes for most bins. </a:t>
            </a:r>
          </a:p>
          <a:p>
            <a:r>
              <a:t/>
            </a:r>
          </a:p>
          <a:p>
            <a:pPr algn="just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1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A partial solution is offered by :</a:t>
            </a:r>
          </a:p>
          <a:p>
            <a:pPr algn="just" rtl="0" lvl="0" marR="0" indent="0" marL="215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 adaptive binning, whereby the histogram bins are adapted to the distribution. </a:t>
            </a:r>
          </a:p>
          <a:p>
            <a:pPr algn="just" rtl="0" lvl="0" marR="0" indent="0" marL="215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8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 The binning is induced by a set of prototypes.</a:t>
            </a:r>
          </a:p>
        </p:txBody>
      </p:sp>
      <p:sp>
        <p:nvSpPr>
          <p:cNvPr id="274" name="Shape 274"/>
          <p:cNvSpPr txBox="1"/>
          <p:nvPr/>
        </p:nvSpPr>
        <p:spPr>
          <a:xfrm>
            <a:off y="282075" x="634675"/>
            <a:ext cy="810900" cx="75102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Color Histogram Descriptor</a:t>
            </a:r>
          </a:p>
        </p:txBody>
      </p:sp>
      <p:cxnSp>
        <p:nvCxnSpPr>
          <p:cNvPr id="275" name="Shape 275"/>
          <p:cNvCxnSpPr/>
          <p:nvPr/>
        </p:nvCxnSpPr>
        <p:spPr>
          <a:xfrm>
            <a:off y="5562600" x="5748301"/>
            <a:ext cy="0" cx="271499"/>
          </a:xfrm>
          <a:prstGeom prst="straightConnector1">
            <a:avLst/>
          </a:prstGeom>
          <a:noFill/>
          <a:ln w="9525" cap="flat">
            <a:solidFill>
              <a:schemeClr val="dk1"/>
            </a:solidFill>
            <a:prstDash val="solid"/>
            <a:round/>
            <a:headEnd w="med" len="med" type="none"/>
            <a:tailEnd w="lg" len="lg" type="stealth"/>
          </a:ln>
        </p:spPr>
      </p:cxn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0" name="Shape 280"/>
          <p:cNvSpPr txBox="1"/>
          <p:nvPr/>
        </p:nvSpPr>
        <p:spPr>
          <a:xfrm>
            <a:off y="282075" x="634675"/>
            <a:ext cy="810900" cx="75102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Color Histogram Descriptor</a:t>
            </a:r>
          </a:p>
        </p:txBody>
      </p:sp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5" name="Shape 285"/>
          <p:cNvSpPr txBox="1"/>
          <p:nvPr/>
        </p:nvSpPr>
        <p:spPr>
          <a:xfrm>
            <a:off y="282075" x="634675"/>
            <a:ext cy="810900" cx="75102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Color Histogram Descriptor</a:t>
            </a:r>
          </a:p>
        </p:txBody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0" name="Shape 290"/>
          <p:cNvSpPr txBox="1"/>
          <p:nvPr/>
        </p:nvSpPr>
        <p:spPr>
          <a:xfrm>
            <a:off y="282075" x="634675"/>
            <a:ext cy="810900" cx="75102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Color Histogram Descriptor</a:t>
            </a:r>
          </a:p>
        </p:txBody>
      </p: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5" name="Shape 295"/>
          <p:cNvSpPr txBox="1"/>
          <p:nvPr>
            <p:ph idx="1" type="body"/>
          </p:nvPr>
        </p:nvSpPr>
        <p:spPr>
          <a:xfrm>
            <a:off y="1768908" x="700397"/>
            <a:ext cy="3231624" cx="84051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2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The classification performance has been estimated in a leave–one–out procedure for all combinations of parameters.</a:t>
            </a:r>
          </a:p>
          <a:p>
            <a:r>
              <a:t/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1" cap="none" baseline="0" sz="2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The classification results are summarized :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2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 Figure 1 (color) </a:t>
            </a:r>
          </a:p>
          <a:p>
            <a:pPr algn="just" rtl="0" lvl="0" marR="0" indent="-45720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2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 Figure 2 (texture), still working on it. </a:t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296" name="Shape 296"/>
          <p:cNvSpPr txBox="1"/>
          <p:nvPr/>
        </p:nvSpPr>
        <p:spPr>
          <a:xfrm>
            <a:off y="282075" x="634675"/>
            <a:ext cy="738633" cx="75102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just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strike="noStrike" u="none" b="1" cap="none" baseline="0" sz="3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Results:</a:t>
            </a:r>
          </a:p>
        </p:txBody>
      </p:sp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1" name="Shape 301"/>
          <p:cNvSpPr txBox="1"/>
          <p:nvPr>
            <p:ph idx="1" type="body"/>
          </p:nvPr>
        </p:nvSpPr>
        <p:spPr>
          <a:xfrm>
            <a:off y="1768908" x="700397"/>
            <a:ext cy="4949998" cx="84051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just" rtl="0" lvl="0" marR="0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1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</a:t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302" name="Shape 302"/>
          <p:cNvSpPr txBox="1"/>
          <p:nvPr/>
        </p:nvSpPr>
        <p:spPr>
          <a:xfrm>
            <a:off y="282075" x="634675"/>
            <a:ext cy="738633" cx="75102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Coding Descriptor</a:t>
            </a:r>
          </a:p>
        </p:txBody>
      </p:sp>
      <p:sp>
        <p:nvSpPr>
          <p:cNvPr id="303" name="Shape 303"/>
          <p:cNvSpPr/>
          <p:nvPr/>
        </p:nvSpPr>
        <p:spPr>
          <a:xfrm>
            <a:off y="1910239" x="710875"/>
            <a:ext cy="4739759" cx="8509325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strike="noStrike" u="none" b="0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clc; % Clear the command window.</a:t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strike="noStrike" u="none" b="0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close all; % Close all figures (except those of imtool.)</a:t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strike="noStrike" u="none" b="0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imtool close all; % Close all imtool figures.</a:t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strike="noStrike" u="none" b="0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clear; % Erase all existing variables.</a:t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strike="noStrike" u="none" b="0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workspace; % Make sure the workspace panel is showing.</a:t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strike="noStrike" u="none" b="0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fontSize = 20;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strike="noStrike" u="none" b="0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% Read in standard MATLAB color demo image.</a:t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strike="noStrike" u="none" b="0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rgbImage = imread('OrangeFlower.jpg');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strike="noStrike" u="none" b="0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[rows columns numberOfColorBands] = size(rgbImage);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strike="noStrike" u="none" b="0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subplot(2, 2, 1);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strike="noStrike" u="none" b="0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imshow(rgbImage, []);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strike="noStrike" u="none" b="0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title('Original Color Image', 'Fontsize', fontSize);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strike="noStrike" u="none" b="0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set(gcf, 'Position', get(0,'Screensize')); % Maximize figure.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strike="noStrike" u="none" b="0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redPlane = rgbImage(:, :, 1);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strike="noStrike" u="none" b="0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greenPlane = rgbImage(:, :, 2);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strike="noStrike" u="none" b="0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bluePlane = rgbImage(:, :, 3);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07" name="Shape 30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8" name="Shape 308"/>
          <p:cNvSpPr txBox="1"/>
          <p:nvPr>
            <p:ph idx="1" type="body"/>
          </p:nvPr>
        </p:nvSpPr>
        <p:spPr>
          <a:xfrm>
            <a:off y="1579562" x="854948"/>
            <a:ext cy="5202238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% Let's get its histograms.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[pixelCountR grayLevelsR] = imhist(redPlane);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subplot(2, 2, 2);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bar(pixelCountR, 'r');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title('Histogram of red plane', 'Fontsize', fontSize);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xlim([0 grayLevelsR(end)]); % Scale x axis manually.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[pixelCountG grayLevelsG] = imhist(greenPlane);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subplot(2, 2, 3);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bar(pixelCountG, 'g');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title('Histogram of green plane', 'Fontsize', fontSize);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xlim([0 grayLevelsG(end)]); % Scale x axis manually.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[pixelCountB grayLevelsB] = imhist(bluePlane);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subplot(2, 2, 4);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bar(pixelCountB, 'b');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title('Histogram of blue plane', 'Fontsize', fontSize);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xlim([0 grayLevelsB(end)]); % Scale x axis manually.</a:t>
            </a:r>
          </a:p>
        </p:txBody>
      </p:sp>
      <p:sp>
        <p:nvSpPr>
          <p:cNvPr id="309" name="Shape 309"/>
          <p:cNvSpPr txBox="1"/>
          <p:nvPr>
            <p:ph type="title"/>
          </p:nvPr>
        </p:nvSpPr>
        <p:spPr>
          <a:xfrm>
            <a:off y="216537" x="93001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rtl val="0"/>
              </a:rPr>
              <a:t>Coding Descriptor</a:t>
            </a:r>
          </a:p>
        </p:txBody>
      </p:sp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13" name="Shape 31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4" name="Shape 314"/>
          <p:cNvSpPr txBox="1"/>
          <p:nvPr>
            <p:ph idx="1" type="body"/>
          </p:nvPr>
        </p:nvSpPr>
        <p:spPr>
          <a:xfrm>
            <a:off y="1768908" x="700397"/>
            <a:ext cy="4949998" cx="84051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just" rtl="0" lvl="0" marR="0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1" cap="none" baseline="0" sz="16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</a:t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315" name="Shape 315"/>
          <p:cNvSpPr txBox="1"/>
          <p:nvPr/>
        </p:nvSpPr>
        <p:spPr>
          <a:xfrm>
            <a:off y="282075" x="634675"/>
            <a:ext cy="810900" cx="75102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Color Histogram Descriptor</a:t>
            </a:r>
          </a:p>
        </p:txBody>
      </p:sp>
      <p:sp>
        <p:nvSpPr>
          <p:cNvPr id="316" name="Shape 316"/>
          <p:cNvSpPr/>
          <p:nvPr/>
        </p:nvSpPr>
        <p:spPr>
          <a:xfrm>
            <a:off y="1771650" x="731295"/>
            <a:ext cy="4933950" cx="8394959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20" name="Shape 32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1" name="Shape 321"/>
          <p:cNvSpPr txBox="1"/>
          <p:nvPr>
            <p:ph idx="1" type="body"/>
          </p:nvPr>
        </p:nvSpPr>
        <p:spPr>
          <a:xfrm>
            <a:off y="1579562" x="854948"/>
            <a:ext cy="49881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3000" lang="en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rPr>
              <a:t>
</a:t>
            </a: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function [h area labels] = invhist(im,weightoff)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%function [hist area labels] = invhist(im,weightoff)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% given an image, get an invariant color histogram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%INPUT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% im        &lt;-&gt; image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% weightoff &lt;-&gt; 0: create invariant histogram  1: create traditional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%               histogram (default 0)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% rez       &lt;-&gt; number of bins in each color dimension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%               (deault 5)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% OUTPUT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% h         &lt;-&gt; 3d array containing the histogram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% area      &lt;-&gt; shows relative contributions of different image pixels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% labels    &lt;-&gt; to which 'label' does each pixel color correspond?</a:t>
            </a:r>
          </a:p>
        </p:txBody>
      </p:sp>
      <p:sp>
        <p:nvSpPr>
          <p:cNvPr id="322" name="Shape 322"/>
          <p:cNvSpPr txBox="1"/>
          <p:nvPr>
            <p:ph type="title"/>
          </p:nvPr>
        </p:nvSpPr>
        <p:spPr>
          <a:xfrm>
            <a:off y="216537" x="76200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rtl val="0"/>
              </a:rPr>
              <a:t>Coding Descriptor</a:t>
            </a:r>
          </a:p>
        </p:txBody>
      </p:sp>
    </p:spTree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26" name="Shape 32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7" name="Shape 327"/>
          <p:cNvSpPr txBox="1"/>
          <p:nvPr>
            <p:ph idx="1" type="body"/>
          </p:nvPr>
        </p:nvSpPr>
        <p:spPr>
          <a:xfrm>
            <a:off y="1579562" x="854948"/>
            <a:ext cy="5126037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if nargin&lt;2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weightoff = 0;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end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if nargin &lt; 3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rez = 5;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end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im = imread('OrangeFlower.jpg');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im = double(im);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im = im/max(im(:));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toohigh = find(im&gt;1);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im(toohigh) = 1;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toolow  = find(im&lt;0);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im(toolow) = 0;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[ly lx lz] = size(im);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filt = [-1 0 1];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gim = .5*im(:,:,3) + ...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.5*im(:,:,2);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fim = im(:,:,1);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myim1 = im(:,:,1);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myim2 = im(:,:,2);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myim3 = im(:,:,3);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if weightoff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fx = 0*fim;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fy = 0*fim;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gx = 0*fim;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gy = 0*fim;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else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fx = conv2(fim,filt ,'same');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gx = conv2(gim,filt ,'same');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fy = conv2(fim,filt','same');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gy = conv2(gim,filt','same');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end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</a:t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328" name="Shape 328"/>
          <p:cNvSpPr txBox="1"/>
          <p:nvPr>
            <p:ph type="title"/>
          </p:nvPr>
        </p:nvSpPr>
        <p:spPr>
          <a:xfrm>
            <a:off y="152400" x="76200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rtl val="0"/>
              </a:rPr>
              <a:t>Coding Descriptor</a:t>
            </a:r>
          </a:p>
        </p:txBody>
      </p:sp>
    </p:spTree>
  </p:cSld>
  <p:clrMapOvr>
    <a:masterClrMapping/>
  </p:clrMapOvr>
  <p:transition spd="slow">
    <p:cut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32" name="Shape 33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3" name="Shape 333"/>
          <p:cNvSpPr txBox="1"/>
          <p:nvPr>
            <p:ph idx="1" type="body"/>
          </p:nvPr>
        </p:nvSpPr>
        <p:spPr>
          <a:xfrm>
            <a:off y="1579562" x="854948"/>
            <a:ext cy="49881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test = (0==conv2(double(max(isnan(sum(im,3)),(0==sum(im,3)))),ones(5),'same'));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killa = zeros(ly,lx);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killa(6:end-5,6:end-5) = test(6:end-5,6:end-5);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ok = killa .* not(isnan(myim1.*myim2.*myim3)) .* (myim1.*myim2.*myim3 &gt; 0) .* ...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not(isnan(fx)) .* not(isnan(fy)) .* not(isnan(gx)) .* not(isnan(gy));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area   = 0*myim1;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labels = 0*myim1;</a:t>
            </a:r>
          </a:p>
        </p:txBody>
      </p:sp>
      <p:sp>
        <p:nvSpPr>
          <p:cNvPr id="334" name="Shape 334"/>
          <p:cNvSpPr txBox="1"/>
          <p:nvPr>
            <p:ph type="title"/>
          </p:nvPr>
        </p:nvSpPr>
        <p:spPr>
          <a:xfrm>
            <a:off y="216537" x="76200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rtl val="0"/>
              </a:rPr>
              <a:t>Coding Descriptor</a:t>
            </a:r>
          </a:p>
        </p:txBody>
      </p:sp>
    </p:spTree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38" name="Shape 33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9" name="Shape 339"/>
          <p:cNvSpPr txBox="1"/>
          <p:nvPr>
            <p:ph idx="1" type="body"/>
          </p:nvPr>
        </p:nvSpPr>
        <p:spPr>
          <a:xfrm>
            <a:off y="1579562" x="854948"/>
            <a:ext cy="5126037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h = zeros(rez,rez,rez);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for i=1:ly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for j=1:lx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if ok(i,j)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  place_bin1 = max(1,ceil(rez*myim1(i,j)));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  place_bin2 = max(1,ceil(rez*myim2(i,j)));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  place_bin3 = max(1,ceil(rez*myim3(i,j)));       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  weight = fx(i,j)*gy(i,j)-fy(i,j)*gx(i,j);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  weight = abs(weight);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  if weightoff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      weight = 1;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  end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  area(i,j) = weight;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   labels(i,j) = (place_bin3-1)*rez*rez + (place_bin2-1)*rez + place_bin1;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   h(place_bin1,place_bin2,place_bin3) = h(place_bin1,place_bin2,place_bin3)+weight;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end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end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end</a:t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340" name="Shape 340"/>
          <p:cNvSpPr txBox="1"/>
          <p:nvPr>
            <p:ph type="title"/>
          </p:nvPr>
        </p:nvSpPr>
        <p:spPr>
          <a:xfrm>
            <a:off y="216537" x="16800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rtl val="0"/>
              </a:rPr>
              <a:t>Coding Descriptor</a:t>
            </a:r>
          </a:p>
        </p:txBody>
      </p:sp>
    </p:spTree>
  </p:cSld>
  <p:clrMapOvr>
    <a:masterClrMapping/>
  </p:clrMapOvr>
  <p:transition spd="slow">
    <p:cut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44" name="Shape 34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5" name="Shape 345"/>
          <p:cNvSpPr txBox="1"/>
          <p:nvPr>
            <p:ph idx="1" type="body"/>
          </p:nvPr>
        </p:nvSpPr>
        <p:spPr>
          <a:xfrm>
            <a:off y="1579562" x="854948"/>
            <a:ext cy="49881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ans(:,:,1) =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162.3451   14.8270              0            0         0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18.8685   47.9392   23.4087            0         0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8.9383   13.8357     1.5157   0.0133         0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6.0077   36.2946     1.0821            0         0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1.2027   41.1247   15.7288   1.0230         0</a:t>
            </a:r>
          </a:p>
          <a:p>
            <a:r>
              <a:t/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ans(:,:,2) =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0.1076     0.0902              0             0         0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0.2665   24.7070   10.2587             0         0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0.0253     6.6795   10.4342    0.3830         0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   0     8.2565     5.1790    0.0733         0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    0     2.8292   13.8757    0.8957         0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ans(:,:,3) =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0             0             0            0            0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0    0.0888    0.0428            0             0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0    0.2082    2.8168   0.1724             0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0    0.0437    2.4997   0.6249    0.0006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0             0    1.7981   3.1453             0</a:t>
            </a:r>
          </a:p>
          <a:p>
            <a:r>
              <a:t/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ans(:,:,4) =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0         0             0             0             0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0         0             0             0             0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0         0    0.0799    0.0072             0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0         0    0.0887    1.0875    0.0216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0         0             0    0.7856    0.0894</a:t>
            </a:r>
          </a:p>
        </p:txBody>
      </p:sp>
      <p:sp>
        <p:nvSpPr>
          <p:cNvPr id="346" name="Shape 346"/>
          <p:cNvSpPr txBox="1"/>
          <p:nvPr>
            <p:ph type="title"/>
          </p:nvPr>
        </p:nvSpPr>
        <p:spPr>
          <a:xfrm>
            <a:off y="152400" x="304800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rtl val="0"/>
              </a:rPr>
              <a:t>Color Histogram Output Table</a:t>
            </a:r>
          </a:p>
        </p:txBody>
      </p:sp>
      <p:cxnSp>
        <p:nvCxnSpPr>
          <p:cNvPr id="347" name="Shape 347"/>
          <p:cNvCxnSpPr/>
          <p:nvPr/>
        </p:nvCxnSpPr>
        <p:spPr>
          <a:xfrm>
            <a:off y="2209800" x="9906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48" name="Shape 348"/>
          <p:cNvCxnSpPr/>
          <p:nvPr/>
        </p:nvCxnSpPr>
        <p:spPr>
          <a:xfrm>
            <a:off y="3657600" x="9906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49" name="Shape 349"/>
          <p:cNvCxnSpPr/>
          <p:nvPr/>
        </p:nvCxnSpPr>
        <p:spPr>
          <a:xfrm>
            <a:off y="2179528" x="50292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50" name="Shape 350"/>
          <p:cNvCxnSpPr/>
          <p:nvPr/>
        </p:nvCxnSpPr>
        <p:spPr>
          <a:xfrm>
            <a:off y="3657600" x="50292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51" name="Shape 351"/>
          <p:cNvCxnSpPr/>
          <p:nvPr/>
        </p:nvCxnSpPr>
        <p:spPr>
          <a:xfrm>
            <a:off y="4800600" x="9906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52" name="Shape 352"/>
          <p:cNvCxnSpPr/>
          <p:nvPr/>
        </p:nvCxnSpPr>
        <p:spPr>
          <a:xfrm>
            <a:off y="4800600" x="50292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53" name="Shape 353"/>
          <p:cNvCxnSpPr/>
          <p:nvPr/>
        </p:nvCxnSpPr>
        <p:spPr>
          <a:xfrm>
            <a:off y="6248400" x="9906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54" name="Shape 354"/>
          <p:cNvCxnSpPr/>
          <p:nvPr/>
        </p:nvCxnSpPr>
        <p:spPr>
          <a:xfrm>
            <a:off y="6248400" x="50292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55" name="Shape 355"/>
          <p:cNvCxnSpPr/>
          <p:nvPr/>
        </p:nvCxnSpPr>
        <p:spPr>
          <a:xfrm>
            <a:off y="2209800" x="17526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56" name="Shape 356"/>
          <p:cNvCxnSpPr/>
          <p:nvPr/>
        </p:nvCxnSpPr>
        <p:spPr>
          <a:xfrm>
            <a:off y="2209800" x="25146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57" name="Shape 357"/>
          <p:cNvCxnSpPr/>
          <p:nvPr/>
        </p:nvCxnSpPr>
        <p:spPr>
          <a:xfrm>
            <a:off y="2209800" x="32004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58" name="Shape 358"/>
          <p:cNvCxnSpPr/>
          <p:nvPr/>
        </p:nvCxnSpPr>
        <p:spPr>
          <a:xfrm>
            <a:off y="2209800" x="38862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59" name="Shape 359"/>
          <p:cNvCxnSpPr/>
          <p:nvPr/>
        </p:nvCxnSpPr>
        <p:spPr>
          <a:xfrm>
            <a:off y="2209800" x="42672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60" name="Shape 360"/>
          <p:cNvCxnSpPr/>
          <p:nvPr/>
        </p:nvCxnSpPr>
        <p:spPr>
          <a:xfrm>
            <a:off y="2209800" x="53340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61" name="Shape 361"/>
          <p:cNvCxnSpPr/>
          <p:nvPr/>
        </p:nvCxnSpPr>
        <p:spPr>
          <a:xfrm>
            <a:off y="2209800" x="60198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62" name="Shape 362"/>
          <p:cNvCxnSpPr/>
          <p:nvPr/>
        </p:nvCxnSpPr>
        <p:spPr>
          <a:xfrm>
            <a:off y="2209800" x="66294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63" name="Shape 363"/>
          <p:cNvCxnSpPr/>
          <p:nvPr/>
        </p:nvCxnSpPr>
        <p:spPr>
          <a:xfrm>
            <a:off y="2209800" x="73152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64" name="Shape 364"/>
          <p:cNvCxnSpPr/>
          <p:nvPr/>
        </p:nvCxnSpPr>
        <p:spPr>
          <a:xfrm>
            <a:off y="2209800" x="83058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65" name="Shape 365"/>
          <p:cNvCxnSpPr/>
          <p:nvPr/>
        </p:nvCxnSpPr>
        <p:spPr>
          <a:xfrm>
            <a:off y="4800600" x="16764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66" name="Shape 366"/>
          <p:cNvCxnSpPr/>
          <p:nvPr/>
        </p:nvCxnSpPr>
        <p:spPr>
          <a:xfrm>
            <a:off y="4800600" x="24384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67" name="Shape 367"/>
          <p:cNvCxnSpPr/>
          <p:nvPr/>
        </p:nvCxnSpPr>
        <p:spPr>
          <a:xfrm>
            <a:off y="4800600" x="31242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68" name="Shape 368"/>
          <p:cNvCxnSpPr/>
          <p:nvPr/>
        </p:nvCxnSpPr>
        <p:spPr>
          <a:xfrm>
            <a:off y="4800600" x="38862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69" name="Shape 369"/>
          <p:cNvCxnSpPr/>
          <p:nvPr/>
        </p:nvCxnSpPr>
        <p:spPr>
          <a:xfrm>
            <a:off y="4800600" x="42672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70" name="Shape 370"/>
          <p:cNvCxnSpPr/>
          <p:nvPr/>
        </p:nvCxnSpPr>
        <p:spPr>
          <a:xfrm>
            <a:off y="4800600" x="53340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71" name="Shape 371"/>
          <p:cNvCxnSpPr/>
          <p:nvPr/>
        </p:nvCxnSpPr>
        <p:spPr>
          <a:xfrm>
            <a:off y="4800600" x="58674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72" name="Shape 372"/>
          <p:cNvCxnSpPr/>
          <p:nvPr/>
        </p:nvCxnSpPr>
        <p:spPr>
          <a:xfrm>
            <a:off y="4800600" x="64770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73" name="Shape 373"/>
          <p:cNvCxnSpPr/>
          <p:nvPr/>
        </p:nvCxnSpPr>
        <p:spPr>
          <a:xfrm>
            <a:off y="4800600" x="71628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74" name="Shape 374"/>
          <p:cNvCxnSpPr/>
          <p:nvPr/>
        </p:nvCxnSpPr>
        <p:spPr>
          <a:xfrm>
            <a:off y="4800600" x="83058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75" name="Shape 375"/>
          <p:cNvCxnSpPr/>
          <p:nvPr/>
        </p:nvCxnSpPr>
        <p:spPr>
          <a:xfrm>
            <a:off y="2514600" x="9906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76" name="Shape 376"/>
          <p:cNvCxnSpPr/>
          <p:nvPr/>
        </p:nvCxnSpPr>
        <p:spPr>
          <a:xfrm>
            <a:off y="2819400" x="9906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77" name="Shape 377"/>
          <p:cNvCxnSpPr/>
          <p:nvPr/>
        </p:nvCxnSpPr>
        <p:spPr>
          <a:xfrm>
            <a:off y="3124200" x="9906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78" name="Shape 378"/>
          <p:cNvCxnSpPr/>
          <p:nvPr/>
        </p:nvCxnSpPr>
        <p:spPr>
          <a:xfrm>
            <a:off y="3352800" x="9906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79" name="Shape 379"/>
          <p:cNvCxnSpPr/>
          <p:nvPr/>
        </p:nvCxnSpPr>
        <p:spPr>
          <a:xfrm>
            <a:off y="2438400" x="50292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80" name="Shape 380"/>
          <p:cNvCxnSpPr/>
          <p:nvPr/>
        </p:nvCxnSpPr>
        <p:spPr>
          <a:xfrm>
            <a:off y="2743200" x="50292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81" name="Shape 381"/>
          <p:cNvCxnSpPr/>
          <p:nvPr/>
        </p:nvCxnSpPr>
        <p:spPr>
          <a:xfrm>
            <a:off y="3048000" x="50292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82" name="Shape 382"/>
          <p:cNvCxnSpPr/>
          <p:nvPr/>
        </p:nvCxnSpPr>
        <p:spPr>
          <a:xfrm>
            <a:off y="3352800" x="50292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83" name="Shape 383"/>
          <p:cNvCxnSpPr/>
          <p:nvPr/>
        </p:nvCxnSpPr>
        <p:spPr>
          <a:xfrm>
            <a:off y="5105400" x="9906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84" name="Shape 384"/>
          <p:cNvCxnSpPr/>
          <p:nvPr/>
        </p:nvCxnSpPr>
        <p:spPr>
          <a:xfrm>
            <a:off y="5410200" x="9906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85" name="Shape 385"/>
          <p:cNvCxnSpPr/>
          <p:nvPr/>
        </p:nvCxnSpPr>
        <p:spPr>
          <a:xfrm>
            <a:off y="5715000" x="9906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86" name="Shape 386"/>
          <p:cNvCxnSpPr/>
          <p:nvPr/>
        </p:nvCxnSpPr>
        <p:spPr>
          <a:xfrm>
            <a:off y="5943600" x="9906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87" name="Shape 387"/>
          <p:cNvCxnSpPr/>
          <p:nvPr/>
        </p:nvCxnSpPr>
        <p:spPr>
          <a:xfrm>
            <a:off y="5105400" x="50292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88" name="Shape 388"/>
          <p:cNvCxnSpPr/>
          <p:nvPr/>
        </p:nvCxnSpPr>
        <p:spPr>
          <a:xfrm>
            <a:off y="5410200" x="50292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89" name="Shape 389"/>
          <p:cNvCxnSpPr/>
          <p:nvPr/>
        </p:nvCxnSpPr>
        <p:spPr>
          <a:xfrm>
            <a:off y="5715000" x="50292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90" name="Shape 390"/>
          <p:cNvCxnSpPr/>
          <p:nvPr/>
        </p:nvCxnSpPr>
        <p:spPr>
          <a:xfrm>
            <a:off y="6019800" x="50292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91" name="Shape 391"/>
          <p:cNvCxnSpPr/>
          <p:nvPr/>
        </p:nvCxnSpPr>
        <p:spPr>
          <a:xfrm>
            <a:off y="4800600" x="9906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92" name="Shape 392"/>
          <p:cNvCxnSpPr/>
          <p:nvPr/>
        </p:nvCxnSpPr>
        <p:spPr>
          <a:xfrm>
            <a:off y="4800600" x="50292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93" name="Shape 393"/>
          <p:cNvCxnSpPr/>
          <p:nvPr/>
        </p:nvCxnSpPr>
        <p:spPr>
          <a:xfrm>
            <a:off y="2209800" x="50292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394" name="Shape 394"/>
          <p:cNvCxnSpPr/>
          <p:nvPr/>
        </p:nvCxnSpPr>
        <p:spPr>
          <a:xfrm>
            <a:off y="2209800" x="9906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</p:spTree>
  </p:cSld>
  <p:clrMapOvr>
    <a:masterClrMapping/>
  </p:clrMapOvr>
  <p:transition spd="slow">
    <p:cut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98" name="Shape 39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99" name="Shape 399"/>
          <p:cNvSpPr txBox="1"/>
          <p:nvPr>
            <p:ph idx="1" type="body"/>
          </p:nvPr>
        </p:nvSpPr>
        <p:spPr>
          <a:xfrm>
            <a:off y="1579562" x="854948"/>
            <a:ext cy="49881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strike="noStrike" u="none" b="0" cap="none" baseline="0" sz="3000" lang="en" i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  <a:rtl val="0"/>
              </a:rPr>
              <a:t>
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ans(:,:,5) =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0         0         0             0             0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0         0         0             0             0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0         0         0             0             0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0         0         0    0.0180             0</a:t>
            </a:r>
          </a:p>
          <a:p>
            <a:pPr algn="l" rtl="0" lvl="0" marR="0" indent="0" mar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1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         0         0         0    0.0001    0.1776</a:t>
            </a:r>
          </a:p>
          <a:p>
            <a:r>
              <a:t/>
            </a:r>
          </a:p>
        </p:txBody>
      </p:sp>
      <p:sp>
        <p:nvSpPr>
          <p:cNvPr id="400" name="Shape 400"/>
          <p:cNvSpPr txBox="1"/>
          <p:nvPr>
            <p:ph type="title"/>
          </p:nvPr>
        </p:nvSpPr>
        <p:spPr>
          <a:xfrm>
            <a:off y="216537" x="854948"/>
            <a:ext cy="1143000" cx="7831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>
            <a:noAutofit/>
          </a:bodyPr>
          <a:lstStyle/>
          <a:p>
            <a:pPr algn="l" rtl="0" lvl="0" marR="0" indent="22860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rtl val="0"/>
              </a:rPr>
              <a:t>Color Histogram Analysis</a:t>
            </a:r>
          </a:p>
        </p:txBody>
      </p:sp>
      <p:cxnSp>
        <p:nvCxnSpPr>
          <p:cNvPr id="401" name="Shape 401"/>
          <p:cNvCxnSpPr/>
          <p:nvPr/>
        </p:nvCxnSpPr>
        <p:spPr>
          <a:xfrm>
            <a:off y="2743200" x="9906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402" name="Shape 402"/>
          <p:cNvCxnSpPr/>
          <p:nvPr/>
        </p:nvCxnSpPr>
        <p:spPr>
          <a:xfrm>
            <a:off y="4191000" x="9906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403" name="Shape 403"/>
          <p:cNvCxnSpPr/>
          <p:nvPr/>
        </p:nvCxnSpPr>
        <p:spPr>
          <a:xfrm>
            <a:off y="2743200" x="21336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404" name="Shape 404"/>
          <p:cNvCxnSpPr/>
          <p:nvPr/>
        </p:nvCxnSpPr>
        <p:spPr>
          <a:xfrm>
            <a:off y="2743200" x="25146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405" name="Shape 405"/>
          <p:cNvCxnSpPr/>
          <p:nvPr/>
        </p:nvCxnSpPr>
        <p:spPr>
          <a:xfrm>
            <a:off y="2743200" x="32004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406" name="Shape 406"/>
          <p:cNvCxnSpPr/>
          <p:nvPr/>
        </p:nvCxnSpPr>
        <p:spPr>
          <a:xfrm>
            <a:off y="2743200" x="42672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407" name="Shape 407"/>
          <p:cNvCxnSpPr/>
          <p:nvPr/>
        </p:nvCxnSpPr>
        <p:spPr>
          <a:xfrm>
            <a:off y="3048000" x="9906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408" name="Shape 408"/>
          <p:cNvCxnSpPr/>
          <p:nvPr/>
        </p:nvCxnSpPr>
        <p:spPr>
          <a:xfrm>
            <a:off y="3352800" x="9906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409" name="Shape 409"/>
          <p:cNvCxnSpPr/>
          <p:nvPr/>
        </p:nvCxnSpPr>
        <p:spPr>
          <a:xfrm>
            <a:off y="3657600" x="9906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410" name="Shape 410"/>
          <p:cNvCxnSpPr/>
          <p:nvPr/>
        </p:nvCxnSpPr>
        <p:spPr>
          <a:xfrm>
            <a:off y="3886200" x="990600"/>
            <a:ext cy="0" cx="327660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411" name="Shape 411"/>
          <p:cNvCxnSpPr/>
          <p:nvPr/>
        </p:nvCxnSpPr>
        <p:spPr>
          <a:xfrm>
            <a:off y="2743200" x="9906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412" name="Shape 412"/>
          <p:cNvCxnSpPr/>
          <p:nvPr/>
        </p:nvCxnSpPr>
        <p:spPr>
          <a:xfrm>
            <a:off y="2743200" x="1676400"/>
            <a:ext cy="1447800" cx="0"/>
          </a:xfrm>
          <a:prstGeom prst="straightConnector1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cxnSp>
    </p:spTree>
  </p:cSld>
  <p:clrMapOvr>
    <a:masterClrMapping/>
  </p:clrMapOvr>
  <p:transition spd="slow">
    <p:cut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16" name="Shape 41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17" name="Shape 417"/>
          <p:cNvSpPr txBox="1"/>
          <p:nvPr>
            <p:ph idx="1" type="body"/>
          </p:nvPr>
        </p:nvSpPr>
        <p:spPr>
          <a:xfrm>
            <a:off y="1768908" x="700397"/>
            <a:ext cy="4675096" cx="84051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just" rtl="0" lvl="0" marR="0" indent="0" marL="215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imes New Roman"/>
              <a:buNone/>
            </a:pPr>
            <a:r>
              <a:rPr strike="noStrike" u="none" b="1" cap="none" baseline="0" sz="2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Methods in Development Still to Apply</a:t>
            </a:r>
          </a:p>
          <a:p>
            <a:r>
              <a:t/>
            </a:r>
          </a:p>
          <a:p>
            <a:pPr algn="just" rtl="0" lvl="0" marR="0" indent="0" marL="215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1" cap="none" baseline="0" sz="2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Actual Issues based on the cumulative histograms:</a:t>
            </a:r>
          </a:p>
          <a:p>
            <a:pPr algn="just" rtl="0" lvl="0" marR="0" indent="0" marL="215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2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 their measures are defined only in one dimension </a:t>
            </a:r>
          </a:p>
          <a:p>
            <a:pPr algn="just" rtl="0" lvl="0" marR="0" indent="0" marL="215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2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-cannot exploit the ground distance in the full feature space.</a:t>
            </a:r>
          </a:p>
          <a:p>
            <a:r>
              <a:t/>
            </a:r>
          </a:p>
          <a:p>
            <a:r>
              <a:t/>
            </a:r>
          </a:p>
          <a:p>
            <a:pPr algn="just" rtl="0" lvl="0" marR="0" indent="0" marL="215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1" cap="none" baseline="0" sz="2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Employing BRD distance may improve:</a:t>
            </a:r>
          </a:p>
          <a:p>
            <a:pPr algn="just" rtl="0" lvl="0" marR="0" indent="0" marL="215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Times New Roman"/>
              <a:buNone/>
            </a:pPr>
            <a:r>
              <a:rPr strike="noStrike" u="none" b="0" cap="none" baseline="0" sz="2400" lang="en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rtl val="0"/>
              </a:rPr>
              <a:t>- the dissimilarity measure between two distributions. </a:t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18" name="Shape 418"/>
          <p:cNvSpPr txBox="1"/>
          <p:nvPr/>
        </p:nvSpPr>
        <p:spPr>
          <a:xfrm>
            <a:off y="282075" x="634675"/>
            <a:ext cy="738633" cx="75102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Ubuntu"/>
              <a:buNone/>
            </a:pPr>
            <a:r>
              <a:rPr strike="noStrike" u="none" b="1" cap="none" baseline="0" sz="3600" lang="en" i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  <a:rtl val="0"/>
              </a:rPr>
              <a:t>Concluding Update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Custom 1">
      <a:dk1>
        <a:srgbClr val="FFFFFF"/>
      </a:dk1>
      <a:lt1>
        <a:srgbClr val="FFFFFF"/>
      </a:lt1>
      <a:dk2>
        <a:srgbClr val="5956A7"/>
      </a:dk2>
      <a:lt2>
        <a:srgbClr val="FED47D"/>
      </a:lt2>
      <a:accent1>
        <a:srgbClr val="FF7500"/>
      </a:accent1>
      <a:accent2>
        <a:srgbClr val="8B87FF"/>
      </a:accent2>
      <a:accent3>
        <a:srgbClr val="BF8AC9"/>
      </a:accent3>
      <a:accent4>
        <a:srgbClr val="A14141"/>
      </a:accent4>
      <a:accent5>
        <a:srgbClr val="E06163"/>
      </a:accent5>
      <a:accent6>
        <a:srgbClr val="BB8107"/>
      </a:accent6>
      <a:hlink>
        <a:srgbClr val="FF7500"/>
      </a:hlink>
      <a:folHlink>
        <a:srgbClr val="A7A7A7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