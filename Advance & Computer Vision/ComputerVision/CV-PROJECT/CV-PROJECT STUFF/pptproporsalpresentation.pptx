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60" r:id="rId5"/>
    <p:sldId id="259" r:id="rId6"/>
    <p:sldId id="261" r:id="rId7"/>
    <p:sldId id="263" r:id="rId8"/>
    <p:sldId id="264" r:id="rId9"/>
    <p:sldId id="265" r:id="rId10"/>
    <p:sldId id="262"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13863E-C7CA-4D14-95CC-B0C60EB306B2}" type="doc">
      <dgm:prSet loTypeId="urn:microsoft.com/office/officeart/2005/8/layout/radial5" loCatId="cycle" qsTypeId="urn:microsoft.com/office/officeart/2005/8/quickstyle/3d2" qsCatId="3D" csTypeId="urn:microsoft.com/office/officeart/2005/8/colors/colorful3" csCatId="colorful" phldr="1"/>
      <dgm:spPr/>
      <dgm:t>
        <a:bodyPr/>
        <a:lstStyle/>
        <a:p>
          <a:endParaRPr lang="en-US"/>
        </a:p>
      </dgm:t>
    </dgm:pt>
    <dgm:pt modelId="{85E20091-33F7-47D5-9271-9E5225B100FA}">
      <dgm:prSet phldrT="[Text]" custT="1"/>
      <dgm:spPr/>
      <dgm:t>
        <a:bodyPr/>
        <a:lstStyle/>
        <a:p>
          <a:r>
            <a:rPr lang="en-US" sz="3600" dirty="0" smtClean="0">
              <a:latin typeface="Times New Roman" pitchFamily="18" charset="0"/>
              <a:cs typeface="Times New Roman" pitchFamily="18" charset="0"/>
            </a:rPr>
            <a:t>Objective</a:t>
          </a:r>
          <a:endParaRPr lang="en-US" sz="3600" dirty="0">
            <a:latin typeface="Times New Roman" pitchFamily="18" charset="0"/>
            <a:cs typeface="Times New Roman" pitchFamily="18" charset="0"/>
          </a:endParaRPr>
        </a:p>
      </dgm:t>
    </dgm:pt>
    <dgm:pt modelId="{765722A5-2CC7-40D3-995D-91A782F97037}" type="parTrans" cxnId="{4371550E-B968-4A1E-8EDB-66FD3F78665B}">
      <dgm:prSet/>
      <dgm:spPr/>
      <dgm:t>
        <a:bodyPr/>
        <a:lstStyle/>
        <a:p>
          <a:endParaRPr lang="en-US"/>
        </a:p>
      </dgm:t>
    </dgm:pt>
    <dgm:pt modelId="{8D9E6F3D-A31B-4183-94CC-662859A1D1C0}" type="sibTrans" cxnId="{4371550E-B968-4A1E-8EDB-66FD3F78665B}">
      <dgm:prSet/>
      <dgm:spPr/>
      <dgm:t>
        <a:bodyPr/>
        <a:lstStyle/>
        <a:p>
          <a:endParaRPr lang="en-US"/>
        </a:p>
      </dgm:t>
    </dgm:pt>
    <dgm:pt modelId="{E5F6CD7F-9460-4117-A427-543C2F6A6334}">
      <dgm:prSet phldrT="[Text]" custT="1"/>
      <dgm:spPr/>
      <dgm:t>
        <a:bodyPr/>
        <a:lstStyle/>
        <a:p>
          <a:r>
            <a:rPr lang="en-US" sz="6000" dirty="0" smtClean="0">
              <a:latin typeface="Times New Roman" pitchFamily="18" charset="0"/>
              <a:cs typeface="Times New Roman" pitchFamily="18" charset="0"/>
            </a:rPr>
            <a:t>Car Segmentation</a:t>
          </a:r>
          <a:endParaRPr lang="en-US" sz="6000" dirty="0">
            <a:latin typeface="Times New Roman" pitchFamily="18" charset="0"/>
            <a:cs typeface="Times New Roman" pitchFamily="18" charset="0"/>
          </a:endParaRPr>
        </a:p>
      </dgm:t>
    </dgm:pt>
    <dgm:pt modelId="{B1353734-4182-4BF5-A5B9-0EA91559134D}" type="parTrans" cxnId="{67E69A98-229B-49D1-9CF0-7D3E5A832976}">
      <dgm:prSet/>
      <dgm:spPr/>
      <dgm:t>
        <a:bodyPr/>
        <a:lstStyle/>
        <a:p>
          <a:endParaRPr lang="en-US"/>
        </a:p>
      </dgm:t>
    </dgm:pt>
    <dgm:pt modelId="{D2C779A6-4DA8-495B-89FD-8C4A82D6C2CC}" type="sibTrans" cxnId="{67E69A98-229B-49D1-9CF0-7D3E5A832976}">
      <dgm:prSet/>
      <dgm:spPr/>
      <dgm:t>
        <a:bodyPr/>
        <a:lstStyle/>
        <a:p>
          <a:endParaRPr lang="en-US"/>
        </a:p>
      </dgm:t>
    </dgm:pt>
    <dgm:pt modelId="{682F003A-0C53-4745-B455-5AA2ACEFB48D}">
      <dgm:prSet phldrT="[Text]" custT="1"/>
      <dgm:spPr/>
      <dgm:t>
        <a:bodyPr/>
        <a:lstStyle/>
        <a:p>
          <a:r>
            <a:rPr lang="en-US" sz="3200" dirty="0" smtClean="0">
              <a:latin typeface="Times New Roman" pitchFamily="18" charset="0"/>
              <a:cs typeface="Times New Roman" pitchFamily="18" charset="0"/>
            </a:rPr>
            <a:t>Disadvantages</a:t>
          </a:r>
          <a:endParaRPr lang="en-US" sz="3200" dirty="0">
            <a:latin typeface="Times New Roman" pitchFamily="18" charset="0"/>
            <a:cs typeface="Times New Roman" pitchFamily="18" charset="0"/>
          </a:endParaRPr>
        </a:p>
      </dgm:t>
    </dgm:pt>
    <dgm:pt modelId="{B499B9EF-F7DC-4334-AABC-01F24605C447}" type="parTrans" cxnId="{85C68D97-DD1B-477F-8E88-E036E4EEE254}">
      <dgm:prSet/>
      <dgm:spPr>
        <a:solidFill>
          <a:schemeClr val="tx2">
            <a:lumMod val="60000"/>
            <a:lumOff val="40000"/>
          </a:schemeClr>
        </a:solidFill>
      </dgm:spPr>
      <dgm:t>
        <a:bodyPr/>
        <a:lstStyle/>
        <a:p>
          <a:endParaRPr lang="en-US"/>
        </a:p>
      </dgm:t>
    </dgm:pt>
    <dgm:pt modelId="{B5DE2C92-785B-4FB8-886A-75DD28B7A1A7}" type="sibTrans" cxnId="{85C68D97-DD1B-477F-8E88-E036E4EEE254}">
      <dgm:prSet/>
      <dgm:spPr/>
      <dgm:t>
        <a:bodyPr/>
        <a:lstStyle/>
        <a:p>
          <a:endParaRPr lang="en-US"/>
        </a:p>
      </dgm:t>
    </dgm:pt>
    <dgm:pt modelId="{EE66F389-13C4-4097-9C7F-816357C85D93}">
      <dgm:prSet phldrT="[Text]" custT="1"/>
      <dgm:spPr/>
      <dgm:t>
        <a:bodyPr/>
        <a:lstStyle/>
        <a:p>
          <a:r>
            <a:rPr lang="en-US" sz="3600" dirty="0" smtClean="0">
              <a:latin typeface="Times New Roman" pitchFamily="18" charset="0"/>
              <a:cs typeface="Times New Roman" pitchFamily="18" charset="0"/>
            </a:rPr>
            <a:t>Advantages</a:t>
          </a:r>
          <a:endParaRPr lang="en-US" sz="3600" dirty="0">
            <a:latin typeface="Times New Roman" pitchFamily="18" charset="0"/>
            <a:cs typeface="Times New Roman" pitchFamily="18" charset="0"/>
          </a:endParaRPr>
        </a:p>
      </dgm:t>
    </dgm:pt>
    <dgm:pt modelId="{69D5A447-39B9-4411-9E3F-1F1EDEDB8100}" type="parTrans" cxnId="{8CF4C120-929E-4F88-A1D3-89907105A48F}">
      <dgm:prSet/>
      <dgm:spPr/>
      <dgm:t>
        <a:bodyPr/>
        <a:lstStyle/>
        <a:p>
          <a:endParaRPr lang="en-US"/>
        </a:p>
      </dgm:t>
    </dgm:pt>
    <dgm:pt modelId="{AD3B0C15-A005-4C98-B09E-9FF71675B591}" type="sibTrans" cxnId="{8CF4C120-929E-4F88-A1D3-89907105A48F}">
      <dgm:prSet/>
      <dgm:spPr/>
      <dgm:t>
        <a:bodyPr/>
        <a:lstStyle/>
        <a:p>
          <a:endParaRPr lang="en-US"/>
        </a:p>
      </dgm:t>
    </dgm:pt>
    <dgm:pt modelId="{A24CAE25-4BDA-4903-9A4D-A7678EDB7C28}">
      <dgm:prSet custScaleX="166903" custScaleY="36784" custRadScaleRad="132684" custRadScaleInc="-37414"/>
      <dgm:spPr>
        <a:prstGeom prst="flowChartTerminator">
          <a:avLst/>
        </a:prstGeom>
      </dgm:spPr>
      <dgm:t>
        <a:bodyPr/>
        <a:lstStyle/>
        <a:p>
          <a:endParaRPr lang="en-US" dirty="0"/>
        </a:p>
      </dgm:t>
    </dgm:pt>
    <dgm:pt modelId="{C1D37D70-685B-42B5-B6BD-AF3FACE09150}" type="parTrans" cxnId="{6CB109D6-88A5-4F32-BB3B-897E148D4E9F}">
      <dgm:prSet custFlipVert="1" custScaleX="175253" custScaleY="56735" custLinFactX="6707" custLinFactY="100000" custLinFactNeighborX="100000" custLinFactNeighborY="134572"/>
      <dgm:spPr>
        <a:solidFill>
          <a:schemeClr val="tx2">
            <a:lumMod val="60000"/>
            <a:lumOff val="40000"/>
          </a:schemeClr>
        </a:solidFill>
      </dgm:spPr>
      <dgm:t>
        <a:bodyPr/>
        <a:lstStyle/>
        <a:p>
          <a:endParaRPr lang="en-US"/>
        </a:p>
      </dgm:t>
    </dgm:pt>
    <dgm:pt modelId="{91577947-FC3D-4ECB-8801-810EF7FA8C9F}" type="sibTrans" cxnId="{6CB109D6-88A5-4F32-BB3B-897E148D4E9F}">
      <dgm:prSet/>
      <dgm:spPr/>
      <dgm:t>
        <a:bodyPr/>
        <a:lstStyle/>
        <a:p>
          <a:endParaRPr lang="en-US"/>
        </a:p>
      </dgm:t>
    </dgm:pt>
    <dgm:pt modelId="{07FC0678-C696-4276-A12D-E4793E89C5BB}">
      <dgm:prSet phldrT="[Text]" custScaleX="146504" custScaleY="43732" custRadScaleRad="19827" custRadScaleInc="-3786"/>
      <dgm:spPr>
        <a:prstGeom prst="hexagon">
          <a:avLst/>
        </a:prstGeom>
      </dgm:spPr>
    </dgm:pt>
    <dgm:pt modelId="{8828E470-D6F8-4A61-BEEC-C8A3632691FB}" type="parTrans" cxnId="{697374DD-E776-4A8C-9606-B0363FBB75F5}">
      <dgm:prSet custAng="75216" custScaleX="113698" custScaleY="41118" custLinFactNeighborX="9203" custLinFactNeighborY="-983" custRadScaleRad="281994"/>
      <dgm:spPr/>
      <dgm:t>
        <a:bodyPr/>
        <a:lstStyle/>
        <a:p>
          <a:endParaRPr lang="en-US"/>
        </a:p>
      </dgm:t>
    </dgm:pt>
    <dgm:pt modelId="{612FE745-450C-4180-837B-7E576B201C5C}" type="sibTrans" cxnId="{697374DD-E776-4A8C-9606-B0363FBB75F5}">
      <dgm:prSet/>
      <dgm:spPr/>
      <dgm:t>
        <a:bodyPr/>
        <a:lstStyle/>
        <a:p>
          <a:endParaRPr lang="en-US"/>
        </a:p>
      </dgm:t>
    </dgm:pt>
    <dgm:pt modelId="{CB894B86-D2D9-4A9A-88F3-752E3DD90FDE}">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4400" dirty="0" smtClean="0">
              <a:latin typeface="Times New Roman" pitchFamily="18" charset="0"/>
              <a:cs typeface="Times New Roman" pitchFamily="18" charset="0"/>
            </a:rPr>
            <a:t>Approach</a:t>
          </a:r>
          <a:endParaRPr lang="en-US" sz="4400" dirty="0">
            <a:latin typeface="Times New Roman" pitchFamily="18" charset="0"/>
            <a:cs typeface="Times New Roman" pitchFamily="18" charset="0"/>
          </a:endParaRPr>
        </a:p>
      </dgm:t>
    </dgm:pt>
    <dgm:pt modelId="{D3D51BB4-38D4-4492-B060-AEA69C07A443}" type="sibTrans" cxnId="{C7F8DBF4-D2D0-4922-99CA-ED9F91D5543D}">
      <dgm:prSet/>
      <dgm:spPr/>
      <dgm:t>
        <a:bodyPr/>
        <a:lstStyle/>
        <a:p>
          <a:endParaRPr lang="en-US"/>
        </a:p>
      </dgm:t>
    </dgm:pt>
    <dgm:pt modelId="{6A0B7FBE-3A09-4569-80F9-2A9AD3F8349E}" type="parTrans" cxnId="{C7F8DBF4-D2D0-4922-99CA-ED9F91D5543D}">
      <dgm:prSet/>
      <dgm:spPr/>
      <dgm:t>
        <a:bodyPr/>
        <a:lstStyle/>
        <a:p>
          <a:endParaRPr lang="en-US"/>
        </a:p>
      </dgm:t>
    </dgm:pt>
    <dgm:pt modelId="{0E74424D-A4DB-44CB-8560-056CC6B00843}" type="pres">
      <dgm:prSet presAssocID="{0B13863E-C7CA-4D14-95CC-B0C60EB306B2}" presName="Name0" presStyleCnt="0">
        <dgm:presLayoutVars>
          <dgm:chMax val="1"/>
          <dgm:dir/>
          <dgm:animLvl val="ctr"/>
          <dgm:resizeHandles val="exact"/>
        </dgm:presLayoutVars>
      </dgm:prSet>
      <dgm:spPr/>
    </dgm:pt>
    <dgm:pt modelId="{F62CA6CB-CEB7-48A6-B1C7-C0C12746C3DD}" type="pres">
      <dgm:prSet presAssocID="{85E20091-33F7-47D5-9271-9E5225B100FA}" presName="centerShape" presStyleLbl="node0" presStyleIdx="0" presStyleCnt="1" custScaleX="156358" custScaleY="63472" custLinFactNeighborX="-3971" custLinFactNeighborY="-19200"/>
      <dgm:spPr/>
    </dgm:pt>
    <dgm:pt modelId="{D1D8275A-C957-42AA-BFC0-BFA879A334B8}" type="pres">
      <dgm:prSet presAssocID="{B1353734-4182-4BF5-A5B9-0EA91559134D}" presName="parTrans" presStyleLbl="sibTrans2D1" presStyleIdx="0" presStyleCnt="4" custAng="21334575" custScaleX="162422" custScaleY="60851" custLinFactNeighborX="-2821" custLinFactNeighborY="-7766"/>
      <dgm:spPr/>
    </dgm:pt>
    <dgm:pt modelId="{85914ADB-A980-41A7-9FB1-59DE336AB302}" type="pres">
      <dgm:prSet presAssocID="{B1353734-4182-4BF5-A5B9-0EA91559134D}" presName="connectorText" presStyleLbl="sibTrans2D1" presStyleIdx="0" presStyleCnt="4"/>
      <dgm:spPr/>
    </dgm:pt>
    <dgm:pt modelId="{71733E20-3DA0-47EB-A5F3-64EA1AFC9661}" type="pres">
      <dgm:prSet presAssocID="{E5F6CD7F-9460-4117-A427-543C2F6A6334}" presName="node" presStyleLbl="node1" presStyleIdx="0" presStyleCnt="4" custScaleX="345003" custScaleY="55329" custRadScaleRad="96390" custRadScaleInc="-6192">
        <dgm:presLayoutVars>
          <dgm:bulletEnabled val="1"/>
        </dgm:presLayoutVars>
      </dgm:prSet>
      <dgm:spPr>
        <a:prstGeom prst="roundRect">
          <a:avLst/>
        </a:prstGeom>
      </dgm:spPr>
      <dgm:t>
        <a:bodyPr/>
        <a:lstStyle/>
        <a:p>
          <a:endParaRPr lang="en-US"/>
        </a:p>
      </dgm:t>
    </dgm:pt>
    <dgm:pt modelId="{B7F29CB0-8F63-4355-BC34-9D012034D428}" type="pres">
      <dgm:prSet presAssocID="{B499B9EF-F7DC-4334-AABC-01F24605C447}" presName="parTrans" presStyleLbl="sibTrans2D1" presStyleIdx="1" presStyleCnt="4" custFlipVert="1" custFlipHor="1" custScaleX="226118" custScaleY="39626" custLinFactX="25093" custLinFactY="100000" custLinFactNeighborX="100000" custLinFactNeighborY="165328"/>
      <dgm:spPr/>
    </dgm:pt>
    <dgm:pt modelId="{6E743BEB-098D-4C52-A4ED-8CFFC1BF9CA5}" type="pres">
      <dgm:prSet presAssocID="{B499B9EF-F7DC-4334-AABC-01F24605C447}" presName="connectorText" presStyleLbl="sibTrans2D1" presStyleIdx="1" presStyleCnt="4"/>
      <dgm:spPr/>
    </dgm:pt>
    <dgm:pt modelId="{101785BF-8BC3-4810-BD19-5FA302766F81}" type="pres">
      <dgm:prSet presAssocID="{682F003A-0C53-4745-B455-5AA2ACEFB48D}" presName="node" presStyleLbl="node1" presStyleIdx="1" presStyleCnt="4" custScaleX="166903" custScaleY="36784" custRadScaleRad="127137" custRadScaleInc="-39628">
        <dgm:presLayoutVars>
          <dgm:bulletEnabled val="1"/>
        </dgm:presLayoutVars>
      </dgm:prSet>
      <dgm:spPr>
        <a:prstGeom prst="flowChartTerminator">
          <a:avLst/>
        </a:prstGeom>
      </dgm:spPr>
    </dgm:pt>
    <dgm:pt modelId="{3F4D6147-6446-4F29-9437-E26E4B6B3DB2}" type="pres">
      <dgm:prSet presAssocID="{6A0B7FBE-3A09-4569-80F9-2A9AD3F8349E}" presName="parTrans" presStyleLbl="sibTrans2D1" presStyleIdx="2" presStyleCnt="4" custAng="75216" custScaleX="154004" custScaleY="45205" custLinFactNeighborX="4329" custLinFactNeighborY="2191" custRadScaleRad="352594" custRadScaleInc="-2147483648"/>
      <dgm:spPr/>
      <dgm:t>
        <a:bodyPr/>
        <a:lstStyle/>
        <a:p>
          <a:endParaRPr lang="en-US"/>
        </a:p>
      </dgm:t>
    </dgm:pt>
    <dgm:pt modelId="{0D6C0A7C-DE6B-4FDA-A050-931FA4AFDE7B}" type="pres">
      <dgm:prSet presAssocID="{6A0B7FBE-3A09-4569-80F9-2A9AD3F8349E}" presName="connectorText" presStyleLbl="sibTrans2D1" presStyleIdx="2" presStyleCnt="4"/>
      <dgm:spPr/>
    </dgm:pt>
    <dgm:pt modelId="{029E9E95-E573-424E-8A11-E302F09EB7BF}" type="pres">
      <dgm:prSet presAssocID="{CB894B86-D2D9-4A9A-88F3-752E3DD90FDE}" presName="node" presStyleLbl="node1" presStyleIdx="2" presStyleCnt="4" custScaleX="172605" custScaleY="64423" custRadScaleRad="26496" custRadScaleInc="26015">
        <dgm:presLayoutVars>
          <dgm:bulletEnabled val="1"/>
        </dgm:presLayoutVars>
      </dgm:prSet>
      <dgm:spPr>
        <a:prstGeom prst="hexagon">
          <a:avLst/>
        </a:prstGeom>
      </dgm:spPr>
      <dgm:t>
        <a:bodyPr/>
        <a:lstStyle/>
        <a:p>
          <a:endParaRPr lang="en-US"/>
        </a:p>
      </dgm:t>
    </dgm:pt>
    <dgm:pt modelId="{5C6D585A-8C1F-40F2-9FC5-7F513F9A0D93}" type="pres">
      <dgm:prSet presAssocID="{69D5A447-39B9-4411-9E3F-1F1EDEDB8100}" presName="parTrans" presStyleLbl="sibTrans2D1" presStyleIdx="3" presStyleCnt="4" custFlipVert="1" custScaleX="179299" custScaleY="40945" custLinFactNeighborX="-1" custLinFactNeighborY="3610" custRadScaleRad="151325" custRadScaleInc="-2147483648"/>
      <dgm:spPr/>
    </dgm:pt>
    <dgm:pt modelId="{1A5839CD-098F-47B3-BE6C-63FCCDA1B636}" type="pres">
      <dgm:prSet presAssocID="{69D5A447-39B9-4411-9E3F-1F1EDEDB8100}" presName="connectorText" presStyleLbl="sibTrans2D1" presStyleIdx="3" presStyleCnt="4"/>
      <dgm:spPr/>
    </dgm:pt>
    <dgm:pt modelId="{AB71F3D7-E699-4558-8D8A-8C403756C3E4}" type="pres">
      <dgm:prSet presAssocID="{EE66F389-13C4-4097-9C7F-816357C85D93}" presName="node" presStyleLbl="node1" presStyleIdx="3" presStyleCnt="4" custScaleX="139375" custScaleY="35742" custRadScaleRad="132792" custRadScaleInc="37756">
        <dgm:presLayoutVars>
          <dgm:bulletEnabled val="1"/>
        </dgm:presLayoutVars>
      </dgm:prSet>
      <dgm:spPr>
        <a:prstGeom prst="flowChartTerminator">
          <a:avLst/>
        </a:prstGeom>
      </dgm:spPr>
    </dgm:pt>
  </dgm:ptLst>
  <dgm:cxnLst>
    <dgm:cxn modelId="{16EE6C94-E8C6-4A29-BAD1-2F968F0D4D86}" type="presOf" srcId="{69D5A447-39B9-4411-9E3F-1F1EDEDB8100}" destId="{5C6D585A-8C1F-40F2-9FC5-7F513F9A0D93}" srcOrd="0" destOrd="0" presId="urn:microsoft.com/office/officeart/2005/8/layout/radial5"/>
    <dgm:cxn modelId="{F541FA50-3FFF-41C8-8808-D480D3D4F33F}" type="presOf" srcId="{B1353734-4182-4BF5-A5B9-0EA91559134D}" destId="{85914ADB-A980-41A7-9FB1-59DE336AB302}" srcOrd="1" destOrd="0" presId="urn:microsoft.com/office/officeart/2005/8/layout/radial5"/>
    <dgm:cxn modelId="{7FD848AC-0661-4E16-A59D-44BCE28FDAA2}" type="presOf" srcId="{B1353734-4182-4BF5-A5B9-0EA91559134D}" destId="{D1D8275A-C957-42AA-BFC0-BFA879A334B8}" srcOrd="0" destOrd="0" presId="urn:microsoft.com/office/officeart/2005/8/layout/radial5"/>
    <dgm:cxn modelId="{0DF24D7D-91DA-45AB-BC2C-E9B692EED7C1}" type="presOf" srcId="{CB894B86-D2D9-4A9A-88F3-752E3DD90FDE}" destId="{029E9E95-E573-424E-8A11-E302F09EB7BF}" srcOrd="0" destOrd="0" presId="urn:microsoft.com/office/officeart/2005/8/layout/radial5"/>
    <dgm:cxn modelId="{697374DD-E776-4A8C-9606-B0363FBB75F5}" srcId="{0B13863E-C7CA-4D14-95CC-B0C60EB306B2}" destId="{07FC0678-C696-4276-A12D-E4793E89C5BB}" srcOrd="2" destOrd="0" parTransId="{8828E470-D6F8-4A61-BEEC-C8A3632691FB}" sibTransId="{612FE745-450C-4180-837B-7E576B201C5C}"/>
    <dgm:cxn modelId="{C5B2B0FF-C535-470A-BBDA-005B3E6A35D2}" type="presOf" srcId="{85E20091-33F7-47D5-9271-9E5225B100FA}" destId="{F62CA6CB-CEB7-48A6-B1C7-C0C12746C3DD}" srcOrd="0" destOrd="0" presId="urn:microsoft.com/office/officeart/2005/8/layout/radial5"/>
    <dgm:cxn modelId="{1532C85D-8784-442F-B77A-D6FD9E5B9A3A}" type="presOf" srcId="{E5F6CD7F-9460-4117-A427-543C2F6A6334}" destId="{71733E20-3DA0-47EB-A5F3-64EA1AFC9661}" srcOrd="0" destOrd="0" presId="urn:microsoft.com/office/officeart/2005/8/layout/radial5"/>
    <dgm:cxn modelId="{A4A053EC-BEDB-435F-8699-F6B9C2B36972}" type="presOf" srcId="{682F003A-0C53-4745-B455-5AA2ACEFB48D}" destId="{101785BF-8BC3-4810-BD19-5FA302766F81}" srcOrd="0" destOrd="0" presId="urn:microsoft.com/office/officeart/2005/8/layout/radial5"/>
    <dgm:cxn modelId="{6CB109D6-88A5-4F32-BB3B-897E148D4E9F}" srcId="{0B13863E-C7CA-4D14-95CC-B0C60EB306B2}" destId="{A24CAE25-4BDA-4903-9A4D-A7678EDB7C28}" srcOrd="1" destOrd="0" parTransId="{C1D37D70-685B-42B5-B6BD-AF3FACE09150}" sibTransId="{91577947-FC3D-4ECB-8801-810EF7FA8C9F}"/>
    <dgm:cxn modelId="{243470FD-33C0-4CC5-8C09-95C64E624E4E}" type="presOf" srcId="{B499B9EF-F7DC-4334-AABC-01F24605C447}" destId="{B7F29CB0-8F63-4355-BC34-9D012034D428}" srcOrd="0" destOrd="0" presId="urn:microsoft.com/office/officeart/2005/8/layout/radial5"/>
    <dgm:cxn modelId="{67E69A98-229B-49D1-9CF0-7D3E5A832976}" srcId="{85E20091-33F7-47D5-9271-9E5225B100FA}" destId="{E5F6CD7F-9460-4117-A427-543C2F6A6334}" srcOrd="0" destOrd="0" parTransId="{B1353734-4182-4BF5-A5B9-0EA91559134D}" sibTransId="{D2C779A6-4DA8-495B-89FD-8C4A82D6C2CC}"/>
    <dgm:cxn modelId="{371F87B9-D434-4A72-84F5-175507B0D330}" type="presOf" srcId="{EE66F389-13C4-4097-9C7F-816357C85D93}" destId="{AB71F3D7-E699-4558-8D8A-8C403756C3E4}" srcOrd="0" destOrd="0" presId="urn:microsoft.com/office/officeart/2005/8/layout/radial5"/>
    <dgm:cxn modelId="{DB8AF4A4-E3CD-499F-8409-5875DB9198FD}" type="presOf" srcId="{6A0B7FBE-3A09-4569-80F9-2A9AD3F8349E}" destId="{0D6C0A7C-DE6B-4FDA-A050-931FA4AFDE7B}" srcOrd="1" destOrd="0" presId="urn:microsoft.com/office/officeart/2005/8/layout/radial5"/>
    <dgm:cxn modelId="{8CF4C120-929E-4F88-A1D3-89907105A48F}" srcId="{85E20091-33F7-47D5-9271-9E5225B100FA}" destId="{EE66F389-13C4-4097-9C7F-816357C85D93}" srcOrd="3" destOrd="0" parTransId="{69D5A447-39B9-4411-9E3F-1F1EDEDB8100}" sibTransId="{AD3B0C15-A005-4C98-B09E-9FF71675B591}"/>
    <dgm:cxn modelId="{AEE5E894-2ED1-48A5-A47B-C656FB95E9DF}" type="presOf" srcId="{0B13863E-C7CA-4D14-95CC-B0C60EB306B2}" destId="{0E74424D-A4DB-44CB-8560-056CC6B00843}" srcOrd="0" destOrd="0" presId="urn:microsoft.com/office/officeart/2005/8/layout/radial5"/>
    <dgm:cxn modelId="{B83D7140-6DA3-49A3-9EEC-B83648C32517}" type="presOf" srcId="{69D5A447-39B9-4411-9E3F-1F1EDEDB8100}" destId="{1A5839CD-098F-47B3-BE6C-63FCCDA1B636}" srcOrd="1" destOrd="0" presId="urn:microsoft.com/office/officeart/2005/8/layout/radial5"/>
    <dgm:cxn modelId="{AA54FEE4-2A79-473A-8C3A-9A6819607500}" type="presOf" srcId="{B499B9EF-F7DC-4334-AABC-01F24605C447}" destId="{6E743BEB-098D-4C52-A4ED-8CFFC1BF9CA5}" srcOrd="1" destOrd="0" presId="urn:microsoft.com/office/officeart/2005/8/layout/radial5"/>
    <dgm:cxn modelId="{C6CD01AE-883A-4243-A388-91F6E24929A6}" type="presOf" srcId="{6A0B7FBE-3A09-4569-80F9-2A9AD3F8349E}" destId="{3F4D6147-6446-4F29-9437-E26E4B6B3DB2}" srcOrd="0" destOrd="0" presId="urn:microsoft.com/office/officeart/2005/8/layout/radial5"/>
    <dgm:cxn modelId="{4371550E-B968-4A1E-8EDB-66FD3F78665B}" srcId="{0B13863E-C7CA-4D14-95CC-B0C60EB306B2}" destId="{85E20091-33F7-47D5-9271-9E5225B100FA}" srcOrd="0" destOrd="0" parTransId="{765722A5-2CC7-40D3-995D-91A782F97037}" sibTransId="{8D9E6F3D-A31B-4183-94CC-662859A1D1C0}"/>
    <dgm:cxn modelId="{85C68D97-DD1B-477F-8E88-E036E4EEE254}" srcId="{85E20091-33F7-47D5-9271-9E5225B100FA}" destId="{682F003A-0C53-4745-B455-5AA2ACEFB48D}" srcOrd="1" destOrd="0" parTransId="{B499B9EF-F7DC-4334-AABC-01F24605C447}" sibTransId="{B5DE2C92-785B-4FB8-886A-75DD28B7A1A7}"/>
    <dgm:cxn modelId="{C7F8DBF4-D2D0-4922-99CA-ED9F91D5543D}" srcId="{85E20091-33F7-47D5-9271-9E5225B100FA}" destId="{CB894B86-D2D9-4A9A-88F3-752E3DD90FDE}" srcOrd="2" destOrd="0" parTransId="{6A0B7FBE-3A09-4569-80F9-2A9AD3F8349E}" sibTransId="{D3D51BB4-38D4-4492-B060-AEA69C07A443}"/>
    <dgm:cxn modelId="{9CFAB374-F426-4246-8BB4-6BBD202CA903}" type="presParOf" srcId="{0E74424D-A4DB-44CB-8560-056CC6B00843}" destId="{F62CA6CB-CEB7-48A6-B1C7-C0C12746C3DD}" srcOrd="0" destOrd="0" presId="urn:microsoft.com/office/officeart/2005/8/layout/radial5"/>
    <dgm:cxn modelId="{7F6A554A-5B78-45B7-98A4-98551A28034E}" type="presParOf" srcId="{0E74424D-A4DB-44CB-8560-056CC6B00843}" destId="{D1D8275A-C957-42AA-BFC0-BFA879A334B8}" srcOrd="1" destOrd="0" presId="urn:microsoft.com/office/officeart/2005/8/layout/radial5"/>
    <dgm:cxn modelId="{6A64D77C-C484-4EF4-BBA5-35088B3E43C1}" type="presParOf" srcId="{D1D8275A-C957-42AA-BFC0-BFA879A334B8}" destId="{85914ADB-A980-41A7-9FB1-59DE336AB302}" srcOrd="0" destOrd="0" presId="urn:microsoft.com/office/officeart/2005/8/layout/radial5"/>
    <dgm:cxn modelId="{944B24F6-0C13-4554-9C17-6E95A4A2640F}" type="presParOf" srcId="{0E74424D-A4DB-44CB-8560-056CC6B00843}" destId="{71733E20-3DA0-47EB-A5F3-64EA1AFC9661}" srcOrd="2" destOrd="0" presId="urn:microsoft.com/office/officeart/2005/8/layout/radial5"/>
    <dgm:cxn modelId="{086FEE5D-5F40-474E-8845-B4AD42A948C6}" type="presParOf" srcId="{0E74424D-A4DB-44CB-8560-056CC6B00843}" destId="{B7F29CB0-8F63-4355-BC34-9D012034D428}" srcOrd="3" destOrd="0" presId="urn:microsoft.com/office/officeart/2005/8/layout/radial5"/>
    <dgm:cxn modelId="{FDA2E958-EC2C-49FF-A8D7-449A741FDCE3}" type="presParOf" srcId="{B7F29CB0-8F63-4355-BC34-9D012034D428}" destId="{6E743BEB-098D-4C52-A4ED-8CFFC1BF9CA5}" srcOrd="0" destOrd="0" presId="urn:microsoft.com/office/officeart/2005/8/layout/radial5"/>
    <dgm:cxn modelId="{C01C59A9-99F9-4237-880F-B124D1A191E0}" type="presParOf" srcId="{0E74424D-A4DB-44CB-8560-056CC6B00843}" destId="{101785BF-8BC3-4810-BD19-5FA302766F81}" srcOrd="4" destOrd="0" presId="urn:microsoft.com/office/officeart/2005/8/layout/radial5"/>
    <dgm:cxn modelId="{0069C3CA-C61D-45D0-9681-ECA98AA351D8}" type="presParOf" srcId="{0E74424D-A4DB-44CB-8560-056CC6B00843}" destId="{3F4D6147-6446-4F29-9437-E26E4B6B3DB2}" srcOrd="5" destOrd="0" presId="urn:microsoft.com/office/officeart/2005/8/layout/radial5"/>
    <dgm:cxn modelId="{7E92A69E-2401-4A03-883C-400C0AF35825}" type="presParOf" srcId="{3F4D6147-6446-4F29-9437-E26E4B6B3DB2}" destId="{0D6C0A7C-DE6B-4FDA-A050-931FA4AFDE7B}" srcOrd="0" destOrd="0" presId="urn:microsoft.com/office/officeart/2005/8/layout/radial5"/>
    <dgm:cxn modelId="{21FDE330-5DDF-44A4-A77C-DE76C1018412}" type="presParOf" srcId="{0E74424D-A4DB-44CB-8560-056CC6B00843}" destId="{029E9E95-E573-424E-8A11-E302F09EB7BF}" srcOrd="6" destOrd="0" presId="urn:microsoft.com/office/officeart/2005/8/layout/radial5"/>
    <dgm:cxn modelId="{2B7CB48F-185F-44D4-A9AF-CE4F07CF78C5}" type="presParOf" srcId="{0E74424D-A4DB-44CB-8560-056CC6B00843}" destId="{5C6D585A-8C1F-40F2-9FC5-7F513F9A0D93}" srcOrd="7" destOrd="0" presId="urn:microsoft.com/office/officeart/2005/8/layout/radial5"/>
    <dgm:cxn modelId="{AC8D7254-FB05-43BF-99CF-4BA7B310074A}" type="presParOf" srcId="{5C6D585A-8C1F-40F2-9FC5-7F513F9A0D93}" destId="{1A5839CD-098F-47B3-BE6C-63FCCDA1B636}" srcOrd="0" destOrd="0" presId="urn:microsoft.com/office/officeart/2005/8/layout/radial5"/>
    <dgm:cxn modelId="{E99703AD-F8D8-4DEC-8771-D6A9BC9708E1}" type="presParOf" srcId="{0E74424D-A4DB-44CB-8560-056CC6B00843}" destId="{AB71F3D7-E699-4558-8D8A-8C403756C3E4}"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2CA6CB-CEB7-48A6-B1C7-C0C12746C3DD}">
      <dsp:nvSpPr>
        <dsp:cNvPr id="0" name=""/>
        <dsp:cNvSpPr/>
      </dsp:nvSpPr>
      <dsp:spPr>
        <a:xfrm>
          <a:off x="2743187" y="1826436"/>
          <a:ext cx="2787307" cy="1131480"/>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r>
            <a:rPr lang="en-US" sz="3600" kern="1200" dirty="0" smtClean="0">
              <a:latin typeface="Times New Roman" pitchFamily="18" charset="0"/>
              <a:cs typeface="Times New Roman" pitchFamily="18" charset="0"/>
            </a:rPr>
            <a:t>Objective</a:t>
          </a:r>
          <a:endParaRPr lang="en-US" sz="3600" kern="1200" dirty="0">
            <a:latin typeface="Times New Roman" pitchFamily="18" charset="0"/>
            <a:cs typeface="Times New Roman" pitchFamily="18" charset="0"/>
          </a:endParaRPr>
        </a:p>
      </dsp:txBody>
      <dsp:txXfrm>
        <a:off x="3151379" y="1992137"/>
        <a:ext cx="1970923" cy="800078"/>
      </dsp:txXfrm>
    </dsp:sp>
    <dsp:sp modelId="{D1D8275A-C957-42AA-BFC0-BFA879A334B8}">
      <dsp:nvSpPr>
        <dsp:cNvPr id="0" name=""/>
        <dsp:cNvSpPr/>
      </dsp:nvSpPr>
      <dsp:spPr>
        <a:xfrm rot="16127786">
          <a:off x="4007242" y="1408163"/>
          <a:ext cx="332332" cy="368817"/>
        </a:xfrm>
        <a:prstGeom prst="rightArrow">
          <a:avLst>
            <a:gd name="adj1" fmla="val 60000"/>
            <a:gd name="adj2" fmla="val 50000"/>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p>
      </dsp:txBody>
      <dsp:txXfrm>
        <a:off x="4058139" y="1531765"/>
        <a:ext cx="232632" cy="221291"/>
      </dsp:txXfrm>
    </dsp:sp>
    <dsp:sp modelId="{71733E20-3DA0-47EB-A5F3-64EA1AFC9661}">
      <dsp:nvSpPr>
        <dsp:cNvPr id="0" name=""/>
        <dsp:cNvSpPr/>
      </dsp:nvSpPr>
      <dsp:spPr>
        <a:xfrm>
          <a:off x="1143005" y="454836"/>
          <a:ext cx="6150177" cy="986319"/>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2667000">
            <a:lnSpc>
              <a:spcPct val="90000"/>
            </a:lnSpc>
            <a:spcBef>
              <a:spcPct val="0"/>
            </a:spcBef>
            <a:spcAft>
              <a:spcPct val="35000"/>
            </a:spcAft>
          </a:pPr>
          <a:r>
            <a:rPr lang="en-US" sz="6000" kern="1200" dirty="0" smtClean="0">
              <a:latin typeface="Times New Roman" pitchFamily="18" charset="0"/>
              <a:cs typeface="Times New Roman" pitchFamily="18" charset="0"/>
            </a:rPr>
            <a:t>Car Segmentation</a:t>
          </a:r>
          <a:endParaRPr lang="en-US" sz="6000" kern="1200" dirty="0">
            <a:latin typeface="Times New Roman" pitchFamily="18" charset="0"/>
            <a:cs typeface="Times New Roman" pitchFamily="18" charset="0"/>
          </a:endParaRPr>
        </a:p>
      </dsp:txBody>
      <dsp:txXfrm>
        <a:off x="1191153" y="502984"/>
        <a:ext cx="6053881" cy="890023"/>
      </dsp:txXfrm>
    </dsp:sp>
    <dsp:sp modelId="{B7F29CB0-8F63-4355-BC34-9D012034D428}">
      <dsp:nvSpPr>
        <dsp:cNvPr id="0" name=""/>
        <dsp:cNvSpPr/>
      </dsp:nvSpPr>
      <dsp:spPr>
        <a:xfrm rot="21585765" flipH="1" flipV="1">
          <a:off x="5715495" y="3873793"/>
          <a:ext cx="404164" cy="240172"/>
        </a:xfrm>
        <a:prstGeom prst="rightArrow">
          <a:avLst>
            <a:gd name="adj1" fmla="val 60000"/>
            <a:gd name="adj2" fmla="val 50000"/>
          </a:avLst>
        </a:prstGeom>
        <a:solidFill>
          <a:schemeClr val="tx2">
            <a:lumMod val="60000"/>
            <a:lumOff val="4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5787547" y="3921678"/>
        <a:ext cx="332112" cy="144104"/>
      </dsp:txXfrm>
    </dsp:sp>
    <dsp:sp modelId="{101785BF-8BC3-4810-BD19-5FA302766F81}">
      <dsp:nvSpPr>
        <dsp:cNvPr id="0" name=""/>
        <dsp:cNvSpPr/>
      </dsp:nvSpPr>
      <dsp:spPr>
        <a:xfrm>
          <a:off x="5867403" y="2050986"/>
          <a:ext cx="2975287" cy="655728"/>
        </a:xfrm>
        <a:prstGeom prst="flowChartTerminator">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r>
            <a:rPr lang="en-US" sz="3200" kern="1200" dirty="0" smtClean="0">
              <a:latin typeface="Times New Roman" pitchFamily="18" charset="0"/>
              <a:cs typeface="Times New Roman" pitchFamily="18" charset="0"/>
            </a:rPr>
            <a:t>Disadvantages</a:t>
          </a:r>
          <a:endParaRPr lang="en-US" sz="3200" kern="1200" dirty="0">
            <a:latin typeface="Times New Roman" pitchFamily="18" charset="0"/>
            <a:cs typeface="Times New Roman" pitchFamily="18" charset="0"/>
          </a:endParaRPr>
        </a:p>
      </dsp:txBody>
      <dsp:txXfrm>
        <a:off x="6007627" y="2147008"/>
        <a:ext cx="2694839" cy="463684"/>
      </dsp:txXfrm>
    </dsp:sp>
    <dsp:sp modelId="{3F4D6147-6446-4F29-9437-E26E4B6B3DB2}">
      <dsp:nvSpPr>
        <dsp:cNvPr id="0" name=""/>
        <dsp:cNvSpPr/>
      </dsp:nvSpPr>
      <dsp:spPr>
        <a:xfrm rot="5338201">
          <a:off x="3988862" y="3060030"/>
          <a:ext cx="380479" cy="273987"/>
        </a:xfrm>
        <a:prstGeom prst="rightArrow">
          <a:avLst>
            <a:gd name="adj1" fmla="val 60000"/>
            <a:gd name="adj2" fmla="val 50000"/>
          </a:avLst>
        </a:prstGeom>
        <a:solidFill>
          <a:schemeClr val="accent3">
            <a:hueOff val="7500176"/>
            <a:satOff val="-11253"/>
            <a:lumOff val="-183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4029221" y="3073736"/>
        <a:ext cx="298283" cy="164393"/>
      </dsp:txXfrm>
    </dsp:sp>
    <dsp:sp modelId="{029E9E95-E573-424E-8A11-E302F09EB7BF}">
      <dsp:nvSpPr>
        <dsp:cNvPr id="0" name=""/>
        <dsp:cNvSpPr/>
      </dsp:nvSpPr>
      <dsp:spPr>
        <a:xfrm>
          <a:off x="2662401" y="3423556"/>
          <a:ext cx="3076933" cy="1148433"/>
        </a:xfrm>
        <a:prstGeom prst="hexagon">
          <a:avLst/>
        </a:prstGeom>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a:bevelT w="63500" h="25400"/>
        </a:sp3d>
      </dsp:spPr>
      <dsp:style>
        <a:lnRef idx="0">
          <a:schemeClr val="accent2"/>
        </a:lnRef>
        <a:fillRef idx="3">
          <a:schemeClr val="accent2"/>
        </a:fillRef>
        <a:effectRef idx="3">
          <a:schemeClr val="accent2"/>
        </a:effectRef>
        <a:fontRef idx="minor">
          <a:schemeClr val="lt1"/>
        </a:fontRef>
      </dsp:style>
      <dsp:txBody>
        <a:bodyPr spcFirstLastPara="0" vert="horz" wrap="square" lIns="55880" tIns="55880" rIns="55880" bIns="55880" numCol="1" spcCol="1270" anchor="ctr" anchorCtr="0">
          <a:noAutofit/>
        </a:bodyPr>
        <a:lstStyle/>
        <a:p>
          <a:pPr lvl="0" algn="ctr" defTabSz="1955800">
            <a:lnSpc>
              <a:spcPct val="90000"/>
            </a:lnSpc>
            <a:spcBef>
              <a:spcPct val="0"/>
            </a:spcBef>
            <a:spcAft>
              <a:spcPct val="35000"/>
            </a:spcAft>
          </a:pPr>
          <a:r>
            <a:rPr lang="en-US" sz="4400" kern="1200" dirty="0" smtClean="0">
              <a:latin typeface="Times New Roman" pitchFamily="18" charset="0"/>
              <a:cs typeface="Times New Roman" pitchFamily="18" charset="0"/>
            </a:rPr>
            <a:t>Approach</a:t>
          </a:r>
          <a:endParaRPr lang="en-US" sz="4400" kern="1200" dirty="0">
            <a:latin typeface="Times New Roman" pitchFamily="18" charset="0"/>
            <a:cs typeface="Times New Roman" pitchFamily="18" charset="0"/>
          </a:endParaRPr>
        </a:p>
      </dsp:txBody>
      <dsp:txXfrm>
        <a:off x="3014515" y="3554979"/>
        <a:ext cx="2372705" cy="885587"/>
      </dsp:txXfrm>
    </dsp:sp>
    <dsp:sp modelId="{5C6D585A-8C1F-40F2-9FC5-7F513F9A0D93}">
      <dsp:nvSpPr>
        <dsp:cNvPr id="0" name=""/>
        <dsp:cNvSpPr/>
      </dsp:nvSpPr>
      <dsp:spPr>
        <a:xfrm rot="10788060" flipV="1">
          <a:off x="2494759" y="2284696"/>
          <a:ext cx="245927" cy="248167"/>
        </a:xfrm>
        <a:prstGeom prst="rightArrow">
          <a:avLst>
            <a:gd name="adj1" fmla="val 60000"/>
            <a:gd name="adj2" fmla="val 50000"/>
          </a:avLst>
        </a:prstGeom>
        <a:solidFill>
          <a:schemeClr val="accent3">
            <a:hueOff val="11250264"/>
            <a:satOff val="-16880"/>
            <a:lumOff val="-2745"/>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2568537" y="2334201"/>
        <a:ext cx="172149" cy="148901"/>
      </dsp:txXfrm>
    </dsp:sp>
    <dsp:sp modelId="{AB71F3D7-E699-4558-8D8A-8C403756C3E4}">
      <dsp:nvSpPr>
        <dsp:cNvPr id="0" name=""/>
        <dsp:cNvSpPr/>
      </dsp:nvSpPr>
      <dsp:spPr>
        <a:xfrm>
          <a:off x="0" y="2063546"/>
          <a:ext cx="2484561" cy="637152"/>
        </a:xfrm>
        <a:prstGeom prst="flowChartTerminator">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r>
            <a:rPr lang="en-US" sz="3600" kern="1200" dirty="0" smtClean="0">
              <a:latin typeface="Times New Roman" pitchFamily="18" charset="0"/>
              <a:cs typeface="Times New Roman" pitchFamily="18" charset="0"/>
            </a:rPr>
            <a:t>Advantages</a:t>
          </a:r>
          <a:endParaRPr lang="en-US" sz="3600" kern="1200" dirty="0">
            <a:latin typeface="Times New Roman" pitchFamily="18" charset="0"/>
            <a:cs typeface="Times New Roman" pitchFamily="18" charset="0"/>
          </a:endParaRPr>
        </a:p>
      </dsp:txBody>
      <dsp:txXfrm>
        <a:off x="117096" y="2156847"/>
        <a:ext cx="2250369" cy="450550"/>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852DB1-D4EE-44C4-9343-2423D5327DC4}" type="datetimeFigureOut">
              <a:rPr lang="en-US" smtClean="0"/>
              <a:t>10/7/2012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B30B64-96C8-4C01-B7F4-A8167C2C4A14}" type="slidenum">
              <a:rPr lang="en-US" smtClean="0"/>
              <a:t>‹#›</a:t>
            </a:fld>
            <a:endParaRPr lang="en-US"/>
          </a:p>
        </p:txBody>
      </p:sp>
    </p:spTree>
    <p:extLst>
      <p:ext uri="{BB962C8B-B14F-4D97-AF65-F5344CB8AC3E}">
        <p14:creationId xmlns:p14="http://schemas.microsoft.com/office/powerpoint/2010/main" val="2954592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B30B64-96C8-4C01-B7F4-A8167C2C4A14}" type="slidenum">
              <a:rPr lang="en-US" smtClean="0"/>
              <a:t>1</a:t>
            </a:fld>
            <a:endParaRPr lang="en-US"/>
          </a:p>
        </p:txBody>
      </p:sp>
    </p:spTree>
    <p:extLst>
      <p:ext uri="{BB962C8B-B14F-4D97-AF65-F5344CB8AC3E}">
        <p14:creationId xmlns:p14="http://schemas.microsoft.com/office/powerpoint/2010/main" val="1914952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35A07CF-7E4B-49FD-B9A3-6DF0270A9EE0}" type="datetimeFigureOut">
              <a:rPr lang="en-US" smtClean="0"/>
              <a:t>10/7/2012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22567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35A07CF-7E4B-49FD-B9A3-6DF0270A9EE0}" type="datetimeFigureOut">
              <a:rPr lang="en-US" smtClean="0"/>
              <a:t>10/7/2012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3372525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5A07CF-7E4B-49FD-B9A3-6DF0270A9EE0}" type="datetimeFigureOut">
              <a:rPr lang="en-US" smtClean="0"/>
              <a:t>10/7/2012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1101074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35A07CF-7E4B-49FD-B9A3-6DF0270A9EE0}" type="datetimeFigureOut">
              <a:rPr lang="en-US" smtClean="0"/>
              <a:t>10/7/2012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1204805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35A07CF-7E4B-49FD-B9A3-6DF0270A9EE0}" type="datetimeFigureOut">
              <a:rPr lang="en-US" smtClean="0"/>
              <a:t>10/7/2012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2308527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35A07CF-7E4B-49FD-B9A3-6DF0270A9EE0}" type="datetimeFigureOut">
              <a:rPr lang="en-US" smtClean="0"/>
              <a:t>10/7/2012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421022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5A07CF-7E4B-49FD-B9A3-6DF0270A9EE0}" type="datetimeFigureOut">
              <a:rPr lang="en-US" smtClean="0"/>
              <a:t>10/7/2012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384251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5A07CF-7E4B-49FD-B9A3-6DF0270A9EE0}" type="datetimeFigureOut">
              <a:rPr lang="en-US" smtClean="0"/>
              <a:t>10/7/2012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4163107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5A07CF-7E4B-49FD-B9A3-6DF0270A9EE0}" type="datetimeFigureOut">
              <a:rPr lang="en-US" smtClean="0"/>
              <a:t>10/7/2012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1901488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35A07CF-7E4B-49FD-B9A3-6DF0270A9EE0}" type="datetimeFigureOut">
              <a:rPr lang="en-US" smtClean="0"/>
              <a:t>10/7/2012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27098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35A07CF-7E4B-49FD-B9A3-6DF0270A9EE0}" type="datetimeFigureOut">
              <a:rPr lang="en-US" smtClean="0"/>
              <a:t>10/7/2012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37529-07F2-4AF6-8BA1-89123C95263C}" type="slidenum">
              <a:rPr lang="en-US" smtClean="0"/>
              <a:t>‹#›</a:t>
            </a:fld>
            <a:endParaRPr lang="en-US"/>
          </a:p>
        </p:txBody>
      </p:sp>
    </p:spTree>
    <p:extLst>
      <p:ext uri="{BB962C8B-B14F-4D97-AF65-F5344CB8AC3E}">
        <p14:creationId xmlns:p14="http://schemas.microsoft.com/office/powerpoint/2010/main" val="1476737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5A07CF-7E4B-49FD-B9A3-6DF0270A9EE0}" type="datetimeFigureOut">
              <a:rPr lang="en-US" smtClean="0"/>
              <a:t>10/7/2012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37529-07F2-4AF6-8BA1-89123C95263C}" type="slidenum">
              <a:rPr lang="en-US" smtClean="0"/>
              <a:t>‹#›</a:t>
            </a:fld>
            <a:endParaRPr lang="en-US"/>
          </a:p>
        </p:txBody>
      </p:sp>
    </p:spTree>
    <p:extLst>
      <p:ext uri="{BB962C8B-B14F-4D97-AF65-F5344CB8AC3E}">
        <p14:creationId xmlns:p14="http://schemas.microsoft.com/office/powerpoint/2010/main" val="2583027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107907815"/>
              </p:ext>
            </p:extLst>
          </p:nvPr>
        </p:nvGraphicFramePr>
        <p:xfrm>
          <a:off x="76200" y="0"/>
          <a:ext cx="8915400" cy="6781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6" name="Group 5"/>
          <p:cNvGrpSpPr/>
          <p:nvPr/>
        </p:nvGrpSpPr>
        <p:grpSpPr>
          <a:xfrm>
            <a:off x="5674685" y="2209800"/>
            <a:ext cx="268915" cy="227926"/>
            <a:chOff x="3733802" y="3276601"/>
            <a:chExt cx="468530" cy="318583"/>
          </a:xfrm>
          <a:scene3d>
            <a:camera prst="orthographicFront"/>
            <a:lightRig rig="threePt" dir="t">
              <a:rot lat="0" lon="0" rev="7500000"/>
            </a:lightRig>
          </a:scene3d>
        </p:grpSpPr>
        <p:sp>
          <p:nvSpPr>
            <p:cNvPr id="7" name="Right Arrow 6"/>
            <p:cNvSpPr/>
            <p:nvPr/>
          </p:nvSpPr>
          <p:spPr>
            <a:xfrm>
              <a:off x="3733802" y="3276601"/>
              <a:ext cx="468530" cy="318583"/>
            </a:xfrm>
            <a:prstGeom prst="rightArrow">
              <a:avLst>
                <a:gd name="adj1" fmla="val 60000"/>
                <a:gd name="adj2" fmla="val 50000"/>
              </a:avLst>
            </a:prstGeom>
            <a:sp3d z="-70000" extrusionH="63500" prstMaterial="matte">
              <a:bevelT w="25400" h="6350" prst="relaxedInset"/>
              <a:contourClr>
                <a:schemeClr val="bg1"/>
              </a:contourClr>
            </a:sp3d>
          </p:spPr>
          <p:style>
            <a:lnRef idx="0">
              <a:schemeClr val="lt1">
                <a:hueOff val="0"/>
                <a:satOff val="0"/>
                <a:lumOff val="0"/>
                <a:alphaOff val="0"/>
              </a:schemeClr>
            </a:lnRef>
            <a:fillRef idx="1">
              <a:schemeClr val="accent3">
                <a:hueOff val="3750088"/>
                <a:satOff val="-5627"/>
                <a:lumOff val="-915"/>
                <a:alphaOff val="0"/>
              </a:schemeClr>
            </a:fillRef>
            <a:effectRef idx="2">
              <a:schemeClr val="accent3">
                <a:hueOff val="3750088"/>
                <a:satOff val="-5627"/>
                <a:lumOff val="-915"/>
                <a:alphaOff val="0"/>
              </a:schemeClr>
            </a:effectRef>
            <a:fontRef idx="minor">
              <a:schemeClr val="lt1"/>
            </a:fontRef>
          </p:style>
        </p:sp>
        <p:sp>
          <p:nvSpPr>
            <p:cNvPr id="8" name="Right Arrow 4"/>
            <p:cNvSpPr/>
            <p:nvPr/>
          </p:nvSpPr>
          <p:spPr>
            <a:xfrm>
              <a:off x="3733802" y="3340318"/>
              <a:ext cx="372955" cy="191149"/>
            </a:xfrm>
            <a:prstGeom prst="rect">
              <a:avLst/>
            </a:prstGeom>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p:txBody>
        </p:sp>
      </p:grpSp>
      <p:grpSp>
        <p:nvGrpSpPr>
          <p:cNvPr id="20" name="Group 19"/>
          <p:cNvGrpSpPr/>
          <p:nvPr/>
        </p:nvGrpSpPr>
        <p:grpSpPr>
          <a:xfrm>
            <a:off x="6096000" y="3611472"/>
            <a:ext cx="2975287" cy="655728"/>
            <a:chOff x="5940112" y="2003366"/>
            <a:chExt cx="2975287" cy="655728"/>
          </a:xfrm>
          <a:scene3d>
            <a:camera prst="orthographicFront"/>
            <a:lightRig rig="threePt" dir="t">
              <a:rot lat="0" lon="0" rev="7500000"/>
            </a:lightRig>
          </a:scene3d>
        </p:grpSpPr>
        <p:sp>
          <p:nvSpPr>
            <p:cNvPr id="24" name="Flowchart: Terminator 23"/>
            <p:cNvSpPr/>
            <p:nvPr/>
          </p:nvSpPr>
          <p:spPr>
            <a:xfrm>
              <a:off x="5940112" y="2003366"/>
              <a:ext cx="2975287" cy="655728"/>
            </a:xfrm>
            <a:prstGeom prst="flowChartTerminator">
              <a:avLst/>
            </a:prstGeom>
            <a:sp3d prstMaterial="plastic">
              <a:bevelT w="127000" h="25400" prst="relaxedInset"/>
            </a:sp3d>
          </p:spPr>
          <p:style>
            <a:lnRef idx="0">
              <a:schemeClr val="lt1">
                <a:hueOff val="0"/>
                <a:satOff val="0"/>
                <a:lumOff val="0"/>
                <a:alphaOff val="0"/>
              </a:schemeClr>
            </a:lnRef>
            <a:fillRef idx="3">
              <a:schemeClr val="accent3">
                <a:hueOff val="3750088"/>
                <a:satOff val="-5627"/>
                <a:lumOff val="-915"/>
                <a:alphaOff val="0"/>
              </a:schemeClr>
            </a:fillRef>
            <a:effectRef idx="2">
              <a:schemeClr val="accent3">
                <a:hueOff val="3750088"/>
                <a:satOff val="-5627"/>
                <a:lumOff val="-915"/>
                <a:alphaOff val="0"/>
              </a:schemeClr>
            </a:effectRef>
            <a:fontRef idx="minor">
              <a:schemeClr val="lt1"/>
            </a:fontRef>
          </p:style>
        </p:sp>
        <p:sp>
          <p:nvSpPr>
            <p:cNvPr id="25" name="Flowchart: Terminator 6"/>
            <p:cNvSpPr/>
            <p:nvPr/>
          </p:nvSpPr>
          <p:spPr>
            <a:xfrm>
              <a:off x="6080336" y="2073082"/>
              <a:ext cx="2694839" cy="46368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r>
                <a:rPr lang="en-US" sz="3200" kern="1200" dirty="0" smtClean="0">
                  <a:latin typeface="Times New Roman" pitchFamily="18" charset="0"/>
                  <a:cs typeface="Times New Roman" pitchFamily="18" charset="0"/>
                </a:rPr>
                <a:t>Implementation</a:t>
              </a:r>
              <a:endParaRPr lang="en-US" sz="3200" kern="1200" dirty="0">
                <a:latin typeface="Times New Roman" pitchFamily="18" charset="0"/>
                <a:cs typeface="Times New Roman" pitchFamily="18" charset="0"/>
              </a:endParaRPr>
            </a:p>
          </p:txBody>
        </p:sp>
      </p:grpSp>
      <p:grpSp>
        <p:nvGrpSpPr>
          <p:cNvPr id="21" name="Group 20"/>
          <p:cNvGrpSpPr/>
          <p:nvPr/>
        </p:nvGrpSpPr>
        <p:grpSpPr>
          <a:xfrm>
            <a:off x="-5265" y="3657600"/>
            <a:ext cx="2367465" cy="637152"/>
            <a:chOff x="-76201" y="2155758"/>
            <a:chExt cx="2514600" cy="637152"/>
          </a:xfrm>
          <a:scene3d>
            <a:camera prst="orthographicFront"/>
            <a:lightRig rig="threePt" dir="t">
              <a:rot lat="0" lon="0" rev="7500000"/>
            </a:lightRig>
          </a:scene3d>
        </p:grpSpPr>
        <p:sp>
          <p:nvSpPr>
            <p:cNvPr id="22" name="Flowchart: Terminator 21"/>
            <p:cNvSpPr/>
            <p:nvPr/>
          </p:nvSpPr>
          <p:spPr>
            <a:xfrm>
              <a:off x="-46162" y="2155758"/>
              <a:ext cx="2484561" cy="637152"/>
            </a:xfrm>
            <a:prstGeom prst="flowChartTerminator">
              <a:avLst/>
            </a:prstGeom>
            <a:sp3d prstMaterial="plastic">
              <a:bevelT w="127000" h="25400" prst="relaxedInset"/>
            </a:sp3d>
          </p:spPr>
          <p:style>
            <a:lnRef idx="0">
              <a:schemeClr val="lt1">
                <a:hueOff val="0"/>
                <a:satOff val="0"/>
                <a:lumOff val="0"/>
                <a:alphaOff val="0"/>
              </a:schemeClr>
            </a:lnRef>
            <a:fillRef idx="3">
              <a:schemeClr val="accent3">
                <a:hueOff val="11250264"/>
                <a:satOff val="-16880"/>
                <a:lumOff val="-2745"/>
                <a:alphaOff val="0"/>
              </a:schemeClr>
            </a:fillRef>
            <a:effectRef idx="2">
              <a:schemeClr val="accent3">
                <a:hueOff val="11250264"/>
                <a:satOff val="-16880"/>
                <a:lumOff val="-2745"/>
                <a:alphaOff val="0"/>
              </a:schemeClr>
            </a:effectRef>
            <a:fontRef idx="minor">
              <a:schemeClr val="lt1"/>
            </a:fontRef>
          </p:style>
        </p:sp>
        <p:sp>
          <p:nvSpPr>
            <p:cNvPr id="23" name="Flowchart: Terminator 8"/>
            <p:cNvSpPr/>
            <p:nvPr/>
          </p:nvSpPr>
          <p:spPr>
            <a:xfrm>
              <a:off x="-76201" y="2220462"/>
              <a:ext cx="2367465" cy="45055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r>
                <a:rPr lang="en-US" sz="3600" kern="1200" dirty="0" smtClean="0">
                  <a:latin typeface="Times New Roman" pitchFamily="18" charset="0"/>
                  <a:cs typeface="Times New Roman" pitchFamily="18" charset="0"/>
                </a:rPr>
                <a:t>Strategies</a:t>
              </a:r>
              <a:endParaRPr lang="en-US" sz="3600" kern="1200" dirty="0">
                <a:latin typeface="Times New Roman" pitchFamily="18" charset="0"/>
                <a:cs typeface="Times New Roman" pitchFamily="18" charset="0"/>
              </a:endParaRPr>
            </a:p>
          </p:txBody>
        </p:sp>
      </p:grpSp>
      <p:grpSp>
        <p:nvGrpSpPr>
          <p:cNvPr id="28" name="Group 27"/>
          <p:cNvGrpSpPr/>
          <p:nvPr/>
        </p:nvGrpSpPr>
        <p:grpSpPr>
          <a:xfrm flipH="1">
            <a:off x="2362200" y="3886200"/>
            <a:ext cx="381000" cy="229985"/>
            <a:chOff x="2498839" y="2367335"/>
            <a:chExt cx="349185" cy="248167"/>
          </a:xfrm>
          <a:scene3d>
            <a:camera prst="orthographicFront"/>
            <a:lightRig rig="threePt" dir="t">
              <a:rot lat="0" lon="0" rev="7500000"/>
            </a:lightRig>
          </a:scene3d>
        </p:grpSpPr>
        <p:sp>
          <p:nvSpPr>
            <p:cNvPr id="29" name="Right Arrow 28"/>
            <p:cNvSpPr/>
            <p:nvPr/>
          </p:nvSpPr>
          <p:spPr>
            <a:xfrm rot="10778721" flipV="1">
              <a:off x="2498839" y="2367335"/>
              <a:ext cx="349185" cy="248167"/>
            </a:xfrm>
            <a:prstGeom prst="rightArrow">
              <a:avLst>
                <a:gd name="adj1" fmla="val 60000"/>
                <a:gd name="adj2" fmla="val 50000"/>
              </a:avLst>
            </a:prstGeom>
            <a:sp3d z="-70000" extrusionH="63500" prstMaterial="matte">
              <a:bevelT w="25400" h="6350" prst="relaxedInset"/>
              <a:contourClr>
                <a:schemeClr val="bg1"/>
              </a:contourClr>
            </a:sp3d>
          </p:spPr>
          <p:style>
            <a:lnRef idx="0">
              <a:schemeClr val="lt1">
                <a:hueOff val="0"/>
                <a:satOff val="0"/>
                <a:lumOff val="0"/>
                <a:alphaOff val="0"/>
              </a:schemeClr>
            </a:lnRef>
            <a:fillRef idx="1">
              <a:schemeClr val="accent3">
                <a:hueOff val="11250264"/>
                <a:satOff val="-16880"/>
                <a:lumOff val="-2745"/>
                <a:alphaOff val="0"/>
              </a:schemeClr>
            </a:fillRef>
            <a:effectRef idx="2">
              <a:schemeClr val="accent3">
                <a:hueOff val="11250264"/>
                <a:satOff val="-16880"/>
                <a:lumOff val="-2745"/>
                <a:alphaOff val="0"/>
              </a:schemeClr>
            </a:effectRef>
            <a:fontRef idx="minor">
              <a:schemeClr val="lt1"/>
            </a:fontRef>
          </p:style>
        </p:sp>
        <p:sp>
          <p:nvSpPr>
            <p:cNvPr id="30" name="Right Arrow 4"/>
            <p:cNvSpPr/>
            <p:nvPr/>
          </p:nvSpPr>
          <p:spPr>
            <a:xfrm rot="21578721">
              <a:off x="2573288" y="2416738"/>
              <a:ext cx="274735" cy="148901"/>
            </a:xfrm>
            <a:prstGeom prst="rect">
              <a:avLst/>
            </a:prstGeom>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p:txBody>
        </p:sp>
      </p:grpSp>
      <p:grpSp>
        <p:nvGrpSpPr>
          <p:cNvPr id="31" name="Group 30"/>
          <p:cNvGrpSpPr/>
          <p:nvPr/>
        </p:nvGrpSpPr>
        <p:grpSpPr>
          <a:xfrm>
            <a:off x="4114800" y="4648200"/>
            <a:ext cx="381000" cy="374046"/>
            <a:chOff x="4139476" y="3132018"/>
            <a:chExt cx="264828" cy="242116"/>
          </a:xfrm>
          <a:scene3d>
            <a:camera prst="orthographicFront"/>
            <a:lightRig rig="threePt" dir="t">
              <a:rot lat="0" lon="0" rev="7500000"/>
            </a:lightRig>
          </a:scene3d>
        </p:grpSpPr>
        <p:sp>
          <p:nvSpPr>
            <p:cNvPr id="32" name="Right Arrow 31"/>
            <p:cNvSpPr/>
            <p:nvPr/>
          </p:nvSpPr>
          <p:spPr>
            <a:xfrm rot="5395969">
              <a:off x="4150832" y="3120662"/>
              <a:ext cx="242116" cy="264828"/>
            </a:xfrm>
            <a:prstGeom prst="rightArrow">
              <a:avLst>
                <a:gd name="adj1" fmla="val 60000"/>
                <a:gd name="adj2" fmla="val 50000"/>
              </a:avLst>
            </a:prstGeom>
            <a:sp3d z="-70000" extrusionH="63500" prstMaterial="matte">
              <a:bevelT w="25400" h="6350" prst="relaxedInset"/>
              <a:contourClr>
                <a:schemeClr val="bg1"/>
              </a:contourClr>
            </a:sp3d>
          </p:spPr>
          <p:style>
            <a:lnRef idx="0">
              <a:schemeClr val="lt1">
                <a:hueOff val="0"/>
                <a:satOff val="0"/>
                <a:lumOff val="0"/>
                <a:alphaOff val="0"/>
              </a:schemeClr>
            </a:lnRef>
            <a:fillRef idx="1">
              <a:schemeClr val="accent3">
                <a:hueOff val="7500176"/>
                <a:satOff val="-11253"/>
                <a:lumOff val="-1830"/>
                <a:alphaOff val="0"/>
              </a:schemeClr>
            </a:fillRef>
            <a:effectRef idx="2">
              <a:schemeClr val="accent3">
                <a:hueOff val="7500176"/>
                <a:satOff val="-11253"/>
                <a:lumOff val="-1830"/>
                <a:alphaOff val="0"/>
              </a:schemeClr>
            </a:effectRef>
            <a:fontRef idx="minor">
              <a:schemeClr val="lt1"/>
            </a:fontRef>
          </p:style>
        </p:sp>
        <p:sp>
          <p:nvSpPr>
            <p:cNvPr id="33" name="Right Arrow 4"/>
            <p:cNvSpPr/>
            <p:nvPr/>
          </p:nvSpPr>
          <p:spPr>
            <a:xfrm rot="5395969">
              <a:off x="4187107" y="3137311"/>
              <a:ext cx="169481" cy="158896"/>
            </a:xfrm>
            <a:prstGeom prst="rect">
              <a:avLst/>
            </a:prstGeom>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p:txBody>
        </p:sp>
      </p:grpSp>
      <p:grpSp>
        <p:nvGrpSpPr>
          <p:cNvPr id="37" name="Group 36"/>
          <p:cNvGrpSpPr/>
          <p:nvPr/>
        </p:nvGrpSpPr>
        <p:grpSpPr>
          <a:xfrm>
            <a:off x="2362200" y="5109681"/>
            <a:ext cx="3948526" cy="986319"/>
            <a:chOff x="1259929" y="440469"/>
            <a:chExt cx="6150177" cy="986319"/>
          </a:xfrm>
          <a:scene3d>
            <a:camera prst="orthographicFront"/>
            <a:lightRig rig="threePt" dir="t">
              <a:rot lat="0" lon="0" rev="7500000"/>
            </a:lightRig>
          </a:scene3d>
        </p:grpSpPr>
        <p:sp>
          <p:nvSpPr>
            <p:cNvPr id="38" name="Rounded Rectangle 37"/>
            <p:cNvSpPr/>
            <p:nvPr/>
          </p:nvSpPr>
          <p:spPr>
            <a:xfrm>
              <a:off x="1259929" y="440469"/>
              <a:ext cx="6150177" cy="986319"/>
            </a:xfrm>
            <a:prstGeom prst="roundRect">
              <a:avLst/>
            </a:prstGeom>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39" name="Rounded Rectangle 4"/>
            <p:cNvSpPr/>
            <p:nvPr/>
          </p:nvSpPr>
          <p:spPr>
            <a:xfrm>
              <a:off x="1308077" y="488617"/>
              <a:ext cx="6053881" cy="89002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2667000">
                <a:lnSpc>
                  <a:spcPct val="90000"/>
                </a:lnSpc>
                <a:spcBef>
                  <a:spcPct val="0"/>
                </a:spcBef>
                <a:spcAft>
                  <a:spcPct val="35000"/>
                </a:spcAft>
              </a:pPr>
              <a:r>
                <a:rPr lang="en-US" sz="6000" kern="1200" dirty="0" smtClean="0">
                  <a:latin typeface="Times New Roman" pitchFamily="18" charset="0"/>
                  <a:cs typeface="Times New Roman" pitchFamily="18" charset="0"/>
                </a:rPr>
                <a:t>Goal</a:t>
              </a:r>
              <a:endParaRPr lang="en-US" sz="6000" kern="1200" dirty="0">
                <a:latin typeface="Times New Roman" pitchFamily="18" charset="0"/>
                <a:cs typeface="Times New Roman" pitchFamily="18" charset="0"/>
              </a:endParaRPr>
            </a:p>
          </p:txBody>
        </p:sp>
      </p:grpSp>
    </p:spTree>
    <p:extLst>
      <p:ext uri="{BB962C8B-B14F-4D97-AF65-F5344CB8AC3E}">
        <p14:creationId xmlns:p14="http://schemas.microsoft.com/office/powerpoint/2010/main" val="2919395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0" y="152400"/>
            <a:ext cx="9144000" cy="6553200"/>
            <a:chOff x="2743187" y="1826436"/>
            <a:chExt cx="2787307" cy="1131480"/>
          </a:xfrm>
          <a:scene3d>
            <a:camera prst="orthographicFront"/>
            <a:lightRig rig="threePt" dir="t">
              <a:rot lat="0" lon="0" rev="7500000"/>
            </a:lightRig>
          </a:scene3d>
        </p:grpSpPr>
        <p:sp>
          <p:nvSpPr>
            <p:cNvPr id="5" name="Oval 4"/>
            <p:cNvSpPr/>
            <p:nvPr/>
          </p:nvSpPr>
          <p:spPr>
            <a:xfrm>
              <a:off x="2743187" y="1826436"/>
              <a:ext cx="2787307" cy="1131480"/>
            </a:xfrm>
            <a:prstGeom prst="ellipse">
              <a:avLst/>
            </a:prstGeom>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6" name="Oval 4"/>
            <p:cNvSpPr/>
            <p:nvPr/>
          </p:nvSpPr>
          <p:spPr>
            <a:xfrm>
              <a:off x="3151379" y="1992137"/>
              <a:ext cx="1970923" cy="80007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dirty="0">
                <a:latin typeface="Times New Roman" pitchFamily="18" charset="0"/>
                <a:cs typeface="Times New Roman" pitchFamily="18" charset="0"/>
              </a:endParaRPr>
            </a:p>
          </p:txBody>
        </p:sp>
      </p:grpSp>
      <p:sp>
        <p:nvSpPr>
          <p:cNvPr id="3" name="Content Placeholder 2"/>
          <p:cNvSpPr>
            <a:spLocks noGrp="1"/>
          </p:cNvSpPr>
          <p:nvPr>
            <p:ph idx="1"/>
          </p:nvPr>
        </p:nvSpPr>
        <p:spPr/>
        <p:txBody>
          <a:bodyPr/>
          <a:lstStyle/>
          <a:p>
            <a:pPr marL="0" indent="0" algn="ctr">
              <a:buNone/>
            </a:pPr>
            <a:endParaRPr lang="en-US" sz="2000" dirty="0">
              <a:latin typeface="Times New Roman" pitchFamily="18" charset="0"/>
              <a:cs typeface="Times New Roman" pitchFamily="18" charset="0"/>
            </a:endParaRPr>
          </a:p>
          <a:p>
            <a:pPr marL="0" indent="0" algn="just">
              <a:buNone/>
            </a:pPr>
            <a:r>
              <a:rPr lang="en-US" sz="2000" dirty="0" smtClean="0">
                <a:solidFill>
                  <a:schemeClr val="bg1"/>
                </a:solidFill>
                <a:latin typeface="Times New Roman" pitchFamily="18" charset="0"/>
                <a:cs typeface="Times New Roman" pitchFamily="18" charset="0"/>
              </a:rPr>
              <a:t>I </a:t>
            </a:r>
            <a:r>
              <a:rPr lang="en-US" sz="2000" dirty="0">
                <a:solidFill>
                  <a:schemeClr val="bg1"/>
                </a:solidFill>
                <a:latin typeface="Times New Roman" pitchFamily="18" charset="0"/>
                <a:cs typeface="Times New Roman" pitchFamily="18" charset="0"/>
              </a:rPr>
              <a:t>picked car segmentation as a project because I believe that the tracking of vehicles in wide area motion imagery is very important for civilian and military surveillance. </a:t>
            </a:r>
            <a:endParaRPr lang="en-US" sz="2000" dirty="0" smtClean="0">
              <a:solidFill>
                <a:schemeClr val="bg1"/>
              </a:solidFill>
              <a:latin typeface="Times New Roman" pitchFamily="18" charset="0"/>
              <a:cs typeface="Times New Roman" pitchFamily="18" charset="0"/>
            </a:endParaRPr>
          </a:p>
          <a:p>
            <a:pPr marL="0" indent="0" algn="just">
              <a:buNone/>
            </a:pPr>
            <a:endParaRPr lang="en-US" sz="2000" dirty="0">
              <a:solidFill>
                <a:schemeClr val="bg1"/>
              </a:solidFill>
              <a:latin typeface="Times New Roman" pitchFamily="18" charset="0"/>
              <a:cs typeface="Times New Roman" pitchFamily="18" charset="0"/>
            </a:endParaRPr>
          </a:p>
          <a:p>
            <a:pPr marL="0" indent="0" algn="just">
              <a:buNone/>
            </a:pPr>
            <a:r>
              <a:rPr lang="en-US" sz="2000" dirty="0">
                <a:solidFill>
                  <a:schemeClr val="bg1"/>
                </a:solidFill>
                <a:latin typeface="Times New Roman" pitchFamily="18" charset="0"/>
                <a:cs typeface="Times New Roman" pitchFamily="18" charset="0"/>
              </a:rPr>
              <a:t> My main </a:t>
            </a:r>
            <a:r>
              <a:rPr lang="en-US" sz="2000" dirty="0" smtClean="0">
                <a:solidFill>
                  <a:schemeClr val="bg1"/>
                </a:solidFill>
                <a:latin typeface="Times New Roman" pitchFamily="18" charset="0"/>
                <a:cs typeface="Times New Roman" pitchFamily="18" charset="0"/>
              </a:rPr>
              <a:t>objective </a:t>
            </a:r>
            <a:r>
              <a:rPr lang="en-US" sz="2000" dirty="0">
                <a:solidFill>
                  <a:schemeClr val="bg1"/>
                </a:solidFill>
                <a:latin typeface="Times New Roman" pitchFamily="18" charset="0"/>
                <a:cs typeface="Times New Roman" pitchFamily="18" charset="0"/>
              </a:rPr>
              <a:t>is to describe some of the techniques and approaches that can be taken towards developing a low frame rate automatic and assisted </a:t>
            </a:r>
            <a:r>
              <a:rPr lang="en-US" sz="2000" dirty="0" smtClean="0">
                <a:solidFill>
                  <a:schemeClr val="bg1"/>
                </a:solidFill>
                <a:latin typeface="Times New Roman" pitchFamily="18" charset="0"/>
                <a:cs typeface="Times New Roman" pitchFamily="18" charset="0"/>
              </a:rPr>
              <a:t>car segmentation system</a:t>
            </a:r>
            <a:r>
              <a:rPr lang="en-US" sz="2000" dirty="0">
                <a:solidFill>
                  <a:schemeClr val="bg1"/>
                </a:solidFill>
                <a:latin typeface="Times New Roman" pitchFamily="18" charset="0"/>
                <a:cs typeface="Times New Roman" pitchFamily="18" charset="0"/>
              </a:rPr>
              <a:t>, and also developing a performance evaluation system for low frame rate tracker. </a:t>
            </a:r>
          </a:p>
          <a:p>
            <a:endParaRPr lang="en-US" dirty="0"/>
          </a:p>
        </p:txBody>
      </p:sp>
      <p:sp>
        <p:nvSpPr>
          <p:cNvPr id="7" name="Title 6"/>
          <p:cNvSpPr>
            <a:spLocks noGrp="1"/>
          </p:cNvSpPr>
          <p:nvPr>
            <p:ph type="title"/>
          </p:nvPr>
        </p:nvSpPr>
        <p:spPr/>
        <p:txBody>
          <a:bodyPr>
            <a:noAutofit/>
          </a:bodyPr>
          <a:lstStyle/>
          <a:p>
            <a:pPr lvl="0"/>
            <a:r>
              <a:rPr lang="en-US" sz="8000" b="1" dirty="0" smtClean="0">
                <a:latin typeface="Times New Roman" pitchFamily="18" charset="0"/>
                <a:cs typeface="Times New Roman" pitchFamily="18" charset="0"/>
              </a:rPr>
              <a:t>Objective</a:t>
            </a:r>
            <a:endParaRPr lang="en-US" sz="8000" b="1" dirty="0"/>
          </a:p>
        </p:txBody>
      </p:sp>
    </p:spTree>
    <p:extLst>
      <p:ext uri="{BB962C8B-B14F-4D97-AF65-F5344CB8AC3E}">
        <p14:creationId xmlns:p14="http://schemas.microsoft.com/office/powerpoint/2010/main" val="2730836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60727" y="76200"/>
            <a:ext cx="8930873" cy="6629400"/>
            <a:chOff x="0" y="2063546"/>
            <a:chExt cx="2484561" cy="637152"/>
          </a:xfrm>
          <a:scene3d>
            <a:camera prst="orthographicFront"/>
            <a:lightRig rig="threePt" dir="t">
              <a:rot lat="0" lon="0" rev="7500000"/>
            </a:lightRig>
          </a:scene3d>
        </p:grpSpPr>
        <p:sp>
          <p:nvSpPr>
            <p:cNvPr id="5" name="Flowchart: Terminator 4"/>
            <p:cNvSpPr/>
            <p:nvPr/>
          </p:nvSpPr>
          <p:spPr>
            <a:xfrm>
              <a:off x="0" y="2063546"/>
              <a:ext cx="2484561" cy="637152"/>
            </a:xfrm>
            <a:prstGeom prst="flowChartTerminator">
              <a:avLst/>
            </a:prstGeom>
            <a:sp3d prstMaterial="plastic">
              <a:bevelT w="127000" h="25400" prst="relaxedInset"/>
            </a:sp3d>
          </p:spPr>
          <p:style>
            <a:lnRef idx="0">
              <a:schemeClr val="lt1">
                <a:hueOff val="0"/>
                <a:satOff val="0"/>
                <a:lumOff val="0"/>
                <a:alphaOff val="0"/>
              </a:schemeClr>
            </a:lnRef>
            <a:fillRef idx="3">
              <a:schemeClr val="accent3">
                <a:hueOff val="11250264"/>
                <a:satOff val="-16880"/>
                <a:lumOff val="-2745"/>
                <a:alphaOff val="0"/>
              </a:schemeClr>
            </a:fillRef>
            <a:effectRef idx="2">
              <a:schemeClr val="accent3">
                <a:hueOff val="11250264"/>
                <a:satOff val="-16880"/>
                <a:lumOff val="-2745"/>
                <a:alphaOff val="0"/>
              </a:schemeClr>
            </a:effectRef>
            <a:fontRef idx="minor">
              <a:schemeClr val="lt1"/>
            </a:fontRef>
          </p:style>
        </p:sp>
        <p:sp>
          <p:nvSpPr>
            <p:cNvPr id="6" name="Flowchart: Terminator 4"/>
            <p:cNvSpPr/>
            <p:nvPr/>
          </p:nvSpPr>
          <p:spPr>
            <a:xfrm>
              <a:off x="117096" y="2156847"/>
              <a:ext cx="2250369" cy="45055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dirty="0">
                <a:latin typeface="Times New Roman" pitchFamily="18" charset="0"/>
                <a:cs typeface="Times New Roman" pitchFamily="18" charset="0"/>
              </a:endParaRPr>
            </a:p>
          </p:txBody>
        </p:sp>
      </p:grpSp>
      <p:sp>
        <p:nvSpPr>
          <p:cNvPr id="2" name="Title 1"/>
          <p:cNvSpPr>
            <a:spLocks noGrp="1"/>
          </p:cNvSpPr>
          <p:nvPr>
            <p:ph type="title"/>
          </p:nvPr>
        </p:nvSpPr>
        <p:spPr/>
        <p:txBody>
          <a:bodyPr>
            <a:noAutofit/>
          </a:bodyPr>
          <a:lstStyle/>
          <a:p>
            <a:pPr lvl="0"/>
            <a:r>
              <a:rPr lang="en-US" sz="9600" dirty="0" smtClean="0">
                <a:latin typeface="Times New Roman" pitchFamily="18" charset="0"/>
                <a:cs typeface="Times New Roman" pitchFamily="18" charset="0"/>
              </a:rPr>
              <a:t>Advantages</a:t>
            </a:r>
            <a:endParaRPr lang="en-US" sz="9600" dirty="0"/>
          </a:p>
        </p:txBody>
      </p:sp>
      <p:sp>
        <p:nvSpPr>
          <p:cNvPr id="3" name="Content Placeholder 2"/>
          <p:cNvSpPr>
            <a:spLocks noGrp="1"/>
          </p:cNvSpPr>
          <p:nvPr>
            <p:ph idx="1"/>
          </p:nvPr>
        </p:nvSpPr>
        <p:spPr/>
        <p:txBody>
          <a:bodyPr/>
          <a:lstStyle/>
          <a:p>
            <a:pPr marL="0" indent="0" algn="just">
              <a:buNone/>
            </a:pPr>
            <a:r>
              <a:rPr lang="en-US" sz="2800" dirty="0" smtClean="0">
                <a:solidFill>
                  <a:schemeClr val="bg1"/>
                </a:solidFill>
                <a:latin typeface="Times New Roman" pitchFamily="18" charset="0"/>
                <a:cs typeface="Times New Roman" pitchFamily="18" charset="0"/>
              </a:rPr>
              <a:t>	One of the main advantage of car segmentation is to be able to recognized a car moving for different scenarios in traffic.</a:t>
            </a:r>
          </a:p>
          <a:p>
            <a:pPr marL="0" indent="0" algn="just">
              <a:buNone/>
            </a:pPr>
            <a:endParaRPr lang="en-US" sz="2800" dirty="0">
              <a:solidFill>
                <a:schemeClr val="bg1"/>
              </a:solidFill>
              <a:latin typeface="Times New Roman" pitchFamily="18" charset="0"/>
              <a:cs typeface="Times New Roman" pitchFamily="18" charset="0"/>
            </a:endParaRPr>
          </a:p>
          <a:p>
            <a:pPr marL="0" indent="0" algn="just">
              <a:buNone/>
            </a:pPr>
            <a:r>
              <a:rPr lang="en-US" sz="2800" dirty="0" smtClean="0">
                <a:solidFill>
                  <a:schemeClr val="bg1"/>
                </a:solidFill>
                <a:latin typeface="Times New Roman" pitchFamily="18" charset="0"/>
                <a:cs typeface="Times New Roman" pitchFamily="18" charset="0"/>
              </a:rPr>
              <a:t>	Less error in car detection cameras of security systems since they would be monitored by a program 24/7 without chance to making as many mistake as those made by a person.</a:t>
            </a:r>
          </a:p>
          <a:p>
            <a:pPr marL="0" indent="0">
              <a:buNone/>
            </a:pPr>
            <a:endParaRPr lang="en-US" dirty="0"/>
          </a:p>
        </p:txBody>
      </p:sp>
    </p:spTree>
    <p:extLst>
      <p:ext uri="{BB962C8B-B14F-4D97-AF65-F5344CB8AC3E}">
        <p14:creationId xmlns:p14="http://schemas.microsoft.com/office/powerpoint/2010/main" val="3081346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Terminator 5"/>
          <p:cNvSpPr/>
          <p:nvPr/>
        </p:nvSpPr>
        <p:spPr>
          <a:xfrm>
            <a:off x="76200" y="76200"/>
            <a:ext cx="8991600" cy="6705600"/>
          </a:xfrm>
          <a:prstGeom prst="flowChartTerminator">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3750088"/>
              <a:satOff val="-5627"/>
              <a:lumOff val="-915"/>
              <a:alphaOff val="0"/>
            </a:schemeClr>
          </a:fillRef>
          <a:effectRef idx="2">
            <a:schemeClr val="accent3">
              <a:hueOff val="3750088"/>
              <a:satOff val="-5627"/>
              <a:lumOff val="-915"/>
              <a:alphaOff val="0"/>
            </a:schemeClr>
          </a:effectRef>
          <a:fontRef idx="minor">
            <a:schemeClr val="lt1"/>
          </a:fontRef>
        </p:style>
      </p:sp>
      <p:sp>
        <p:nvSpPr>
          <p:cNvPr id="7" name="Content Placeholder 2"/>
          <p:cNvSpPr>
            <a:spLocks noGrp="1"/>
          </p:cNvSpPr>
          <p:nvPr>
            <p:ph idx="1"/>
          </p:nvPr>
        </p:nvSpPr>
        <p:spPr>
          <a:xfrm>
            <a:off x="457200" y="1600200"/>
            <a:ext cx="8229600" cy="4525963"/>
          </a:xfrm>
        </p:spPr>
        <p:txBody>
          <a:bodyPr>
            <a:normAutofit/>
          </a:bodyPr>
          <a:lstStyle/>
          <a:p>
            <a:pPr marL="0" indent="0" algn="just">
              <a:buNone/>
            </a:pPr>
            <a:r>
              <a:rPr lang="en-US" dirty="0" smtClean="0">
                <a:latin typeface="Times New Roman" pitchFamily="18" charset="0"/>
                <a:cs typeface="Times New Roman" pitchFamily="18" charset="0"/>
              </a:rPr>
              <a:t>	</a:t>
            </a:r>
          </a:p>
          <a:p>
            <a:pPr marL="0" indent="0" algn="just">
              <a:buNone/>
            </a:pPr>
            <a:r>
              <a:rPr lang="en-US" dirty="0">
                <a:latin typeface="Times New Roman" pitchFamily="18" charset="0"/>
                <a:cs typeface="Times New Roman" pitchFamily="18" charset="0"/>
              </a:rPr>
              <a:t>	</a:t>
            </a:r>
            <a:r>
              <a:rPr lang="en-US" dirty="0" smtClean="0">
                <a:solidFill>
                  <a:schemeClr val="bg1"/>
                </a:solidFill>
                <a:latin typeface="Times New Roman" pitchFamily="18" charset="0"/>
                <a:cs typeface="Times New Roman" pitchFamily="18" charset="0"/>
              </a:rPr>
              <a:t>Unemployment caused mostly by the security system areas. A well developed system of car segmentation would decrees the amount of employees due to the fact that this type of software can do the job of many people at once, faster and with less errors without the need of many people monitoring the system.</a:t>
            </a:r>
            <a:endParaRPr lang="en-US" dirty="0">
              <a:solidFill>
                <a:schemeClr val="bg1"/>
              </a:solidFill>
              <a:latin typeface="Times New Roman" pitchFamily="18" charset="0"/>
              <a:cs typeface="Times New Roman" pitchFamily="18" charset="0"/>
            </a:endParaRPr>
          </a:p>
        </p:txBody>
      </p:sp>
      <p:sp>
        <p:nvSpPr>
          <p:cNvPr id="8" name="Flowchart: Terminator 6"/>
          <p:cNvSpPr>
            <a:spLocks noGrp="1"/>
          </p:cNvSpPr>
          <p:nvPr>
            <p:ph type="title"/>
          </p:nvPr>
        </p:nvSpPr>
        <p:spPr>
          <a:xfrm>
            <a:off x="457200" y="274638"/>
            <a:ext cx="8229600" cy="1143000"/>
          </a:xfrm>
          <a:prstGeom prst="rect">
            <a:avLst/>
          </a:prstGeom>
          <a:scene3d>
            <a:camera prst="orthographicFront"/>
            <a:lightRig rig="threePt" dir="t">
              <a:rot lat="0" lon="0" rev="7500000"/>
            </a:lightRig>
          </a:scene3d>
          <a:sp3d/>
        </p:spPr>
        <p:style>
          <a:lnRef idx="0">
            <a:scrgbClr r="0" g="0" b="0"/>
          </a:lnRef>
          <a:fillRef idx="0">
            <a:scrgbClr r="0" g="0" b="0"/>
          </a:fillRef>
          <a:effectRef idx="0">
            <a:scrgbClr r="0" g="0" b="0"/>
          </a:effectRef>
          <a:fontRef idx="minor">
            <a:schemeClr val="lt1"/>
          </a:fontRef>
        </p:style>
        <p:txBody>
          <a:bodyPr spcFirstLastPara="0" vert="horz" wrap="square" lIns="40640" tIns="40640" rIns="40640" bIns="40640" numCol="1" spcCol="1270" anchor="ctr" anchorCtr="0">
            <a:noAutofit/>
          </a:bodyPr>
          <a:lstStyle/>
          <a:p>
            <a:pPr lvl="0"/>
            <a:r>
              <a:rPr lang="en-US" sz="8000" dirty="0" smtClean="0">
                <a:solidFill>
                  <a:schemeClr val="bg2">
                    <a:lumMod val="10000"/>
                  </a:schemeClr>
                </a:solidFill>
                <a:latin typeface="Times New Roman" pitchFamily="18" charset="0"/>
                <a:cs typeface="Times New Roman" pitchFamily="18" charset="0"/>
              </a:rPr>
              <a:t>Disadvantages</a:t>
            </a:r>
            <a:endParaRPr lang="en-US" sz="8000" dirty="0">
              <a:solidFill>
                <a:schemeClr val="bg2">
                  <a:lumMod val="1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101880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0" y="76200"/>
            <a:ext cx="9144000" cy="6705600"/>
            <a:chOff x="2662401" y="3423556"/>
            <a:chExt cx="3076933" cy="1148433"/>
          </a:xfrm>
          <a:scene3d>
            <a:camera prst="orthographicFront"/>
            <a:lightRig rig="threePt" dir="t">
              <a:rot lat="0" lon="0" rev="7500000"/>
            </a:lightRig>
          </a:scene3d>
        </p:grpSpPr>
        <p:sp>
          <p:nvSpPr>
            <p:cNvPr id="13" name="Hexagon 12"/>
            <p:cNvSpPr/>
            <p:nvPr/>
          </p:nvSpPr>
          <p:spPr>
            <a:xfrm>
              <a:off x="2662401" y="3423556"/>
              <a:ext cx="3076933" cy="1148433"/>
            </a:xfrm>
            <a:prstGeom prst="hexagon">
              <a:avLst/>
            </a:prstGeom>
            <a:sp3d prstMaterial="plastic">
              <a:bevelT w="127000" h="25400" prst="relaxedInset"/>
            </a:sp3d>
          </p:spPr>
          <p:style>
            <a:lnRef idx="0">
              <a:schemeClr val="accent2"/>
            </a:lnRef>
            <a:fillRef idx="3">
              <a:schemeClr val="accent2"/>
            </a:fillRef>
            <a:effectRef idx="3">
              <a:schemeClr val="accent2"/>
            </a:effectRef>
            <a:fontRef idx="minor">
              <a:schemeClr val="lt1"/>
            </a:fontRef>
          </p:style>
        </p:sp>
        <p:sp>
          <p:nvSpPr>
            <p:cNvPr id="14" name="Hexagon 4"/>
            <p:cNvSpPr/>
            <p:nvPr/>
          </p:nvSpPr>
          <p:spPr>
            <a:xfrm>
              <a:off x="3014515" y="3554979"/>
              <a:ext cx="2372705" cy="88558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55880" tIns="55880" rIns="55880" bIns="55880" numCol="1" spcCol="1270" anchor="ctr" anchorCtr="0">
              <a:noAutofit/>
            </a:bodyPr>
            <a:lstStyle/>
            <a:p>
              <a:pPr lvl="0" algn="ctr" defTabSz="1955800">
                <a:lnSpc>
                  <a:spcPct val="90000"/>
                </a:lnSpc>
                <a:spcBef>
                  <a:spcPct val="0"/>
                </a:spcBef>
                <a:spcAft>
                  <a:spcPct val="35000"/>
                </a:spcAft>
              </a:pPr>
              <a:endParaRPr lang="en-US" sz="4400" kern="1200" dirty="0">
                <a:latin typeface="Times New Roman" pitchFamily="18" charset="0"/>
                <a:cs typeface="Times New Roman" pitchFamily="18" charset="0"/>
              </a:endParaRPr>
            </a:p>
          </p:txBody>
        </p:sp>
      </p:grpSp>
      <p:sp>
        <p:nvSpPr>
          <p:cNvPr id="10" name="Content Placeholder 2"/>
          <p:cNvSpPr>
            <a:spLocks noGrp="1"/>
          </p:cNvSpPr>
          <p:nvPr>
            <p:ph idx="1"/>
          </p:nvPr>
        </p:nvSpPr>
        <p:spPr>
          <a:xfrm>
            <a:off x="1295400" y="1189037"/>
            <a:ext cx="6705600" cy="4830763"/>
          </a:xfrm>
        </p:spPr>
        <p:txBody>
          <a:bodyPr>
            <a:noAutofit/>
          </a:bodyPr>
          <a:lstStyle/>
          <a:p>
            <a:pPr marL="0" indent="0" algn="just">
              <a:buNone/>
            </a:pPr>
            <a:r>
              <a:rPr lang="en-US" sz="2200" dirty="0" smtClean="0">
                <a:solidFill>
                  <a:schemeClr val="bg1"/>
                </a:solidFill>
                <a:latin typeface="Times New Roman" pitchFamily="18" charset="0"/>
                <a:cs typeface="Times New Roman" pitchFamily="18" charset="0"/>
              </a:rPr>
              <a:t>	My </a:t>
            </a:r>
            <a:r>
              <a:rPr lang="en-US" sz="2200" dirty="0">
                <a:solidFill>
                  <a:schemeClr val="bg1"/>
                </a:solidFill>
                <a:latin typeface="Times New Roman" pitchFamily="18" charset="0"/>
                <a:cs typeface="Times New Roman" pitchFamily="18" charset="0"/>
              </a:rPr>
              <a:t>main approach to be taken on this challenging dataset would be extracting roads from an image using the geo-registered property of the data. </a:t>
            </a:r>
            <a:r>
              <a:rPr lang="en-US" sz="2200" dirty="0" smtClean="0">
                <a:solidFill>
                  <a:schemeClr val="bg1"/>
                </a:solidFill>
                <a:latin typeface="Times New Roman" pitchFamily="18" charset="0"/>
                <a:cs typeface="Times New Roman" pitchFamily="18" charset="0"/>
              </a:rPr>
              <a:t>Also, car </a:t>
            </a:r>
            <a:r>
              <a:rPr lang="en-US" sz="2200" dirty="0">
                <a:solidFill>
                  <a:schemeClr val="bg1"/>
                </a:solidFill>
                <a:latin typeface="Times New Roman" pitchFamily="18" charset="0"/>
                <a:cs typeface="Times New Roman" pitchFamily="18" charset="0"/>
              </a:rPr>
              <a:t>detections </a:t>
            </a:r>
            <a:r>
              <a:rPr lang="en-US" sz="2200" dirty="0" smtClean="0">
                <a:solidFill>
                  <a:schemeClr val="bg1"/>
                </a:solidFill>
                <a:latin typeface="Times New Roman" pitchFamily="18" charset="0"/>
                <a:cs typeface="Times New Roman" pitchFamily="18" charset="0"/>
              </a:rPr>
              <a:t>algorithms, </a:t>
            </a:r>
            <a:r>
              <a:rPr lang="en-US" sz="2200" dirty="0">
                <a:solidFill>
                  <a:schemeClr val="bg1"/>
                </a:solidFill>
                <a:latin typeface="Times New Roman" pitchFamily="18" charset="0"/>
                <a:cs typeface="Times New Roman" pitchFamily="18" charset="0"/>
              </a:rPr>
              <a:t>using Bayesian </a:t>
            </a:r>
            <a:r>
              <a:rPr lang="en-US" sz="2200" dirty="0" smtClean="0">
                <a:solidFill>
                  <a:schemeClr val="bg1"/>
                </a:solidFill>
                <a:latin typeface="Times New Roman" pitchFamily="18" charset="0"/>
                <a:cs typeface="Times New Roman" pitchFamily="18" charset="0"/>
              </a:rPr>
              <a:t>approach, can </a:t>
            </a:r>
            <a:r>
              <a:rPr lang="en-US" sz="2200" dirty="0">
                <a:solidFill>
                  <a:schemeClr val="bg1"/>
                </a:solidFill>
                <a:latin typeface="Times New Roman" pitchFamily="18" charset="0"/>
                <a:cs typeface="Times New Roman" pitchFamily="18" charset="0"/>
              </a:rPr>
              <a:t>run considerably faster and </a:t>
            </a:r>
            <a:r>
              <a:rPr lang="en-US" sz="2200" dirty="0" smtClean="0">
                <a:solidFill>
                  <a:schemeClr val="bg1"/>
                </a:solidFill>
                <a:latin typeface="Times New Roman" pitchFamily="18" charset="0"/>
                <a:cs typeface="Times New Roman" pitchFamily="18" charset="0"/>
              </a:rPr>
              <a:t>efficiently for car segmentation </a:t>
            </a:r>
            <a:r>
              <a:rPr lang="en-US" sz="2200" dirty="0">
                <a:solidFill>
                  <a:schemeClr val="bg1"/>
                </a:solidFill>
                <a:latin typeface="Times New Roman" pitchFamily="18" charset="0"/>
                <a:cs typeface="Times New Roman" pitchFamily="18" charset="0"/>
              </a:rPr>
              <a:t>algorithms </a:t>
            </a:r>
            <a:r>
              <a:rPr lang="en-US" sz="2200" dirty="0" smtClean="0">
                <a:solidFill>
                  <a:schemeClr val="bg1"/>
                </a:solidFill>
                <a:latin typeface="Times New Roman" pitchFamily="18" charset="0"/>
                <a:cs typeface="Times New Roman" pitchFamily="18" charset="0"/>
              </a:rPr>
              <a:t>that can </a:t>
            </a:r>
            <a:r>
              <a:rPr lang="en-US" sz="2200" dirty="0">
                <a:solidFill>
                  <a:schemeClr val="bg1"/>
                </a:solidFill>
                <a:latin typeface="Times New Roman" pitchFamily="18" charset="0"/>
                <a:cs typeface="Times New Roman" pitchFamily="18" charset="0"/>
              </a:rPr>
              <a:t>use this </a:t>
            </a:r>
            <a:r>
              <a:rPr lang="en-US" sz="2200" dirty="0" err="1">
                <a:solidFill>
                  <a:schemeClr val="bg1"/>
                </a:solidFill>
                <a:latin typeface="Times New Roman" pitchFamily="18" charset="0"/>
                <a:cs typeface="Times New Roman" pitchFamily="18" charset="0"/>
              </a:rPr>
              <a:t>apriori</a:t>
            </a:r>
            <a:r>
              <a:rPr lang="en-US" sz="2200" dirty="0">
                <a:solidFill>
                  <a:schemeClr val="bg1"/>
                </a:solidFill>
                <a:latin typeface="Times New Roman" pitchFamily="18" charset="0"/>
                <a:cs typeface="Times New Roman" pitchFamily="18" charset="0"/>
              </a:rPr>
              <a:t> knowledge of roads. </a:t>
            </a:r>
            <a:endParaRPr lang="en-US" sz="2200" dirty="0" smtClean="0">
              <a:solidFill>
                <a:schemeClr val="bg1"/>
              </a:solidFill>
              <a:latin typeface="Times New Roman" pitchFamily="18" charset="0"/>
              <a:cs typeface="Times New Roman" pitchFamily="18" charset="0"/>
            </a:endParaRPr>
          </a:p>
          <a:p>
            <a:pPr marL="0" indent="0" algn="just">
              <a:buNone/>
            </a:pPr>
            <a:endParaRPr lang="en-US" sz="2200" dirty="0">
              <a:solidFill>
                <a:schemeClr val="bg1"/>
              </a:solidFill>
              <a:latin typeface="Times New Roman" pitchFamily="18" charset="0"/>
              <a:cs typeface="Times New Roman" pitchFamily="18" charset="0"/>
            </a:endParaRPr>
          </a:p>
          <a:p>
            <a:pPr marL="0" indent="0" algn="just">
              <a:buNone/>
            </a:pPr>
            <a:r>
              <a:rPr lang="en-US" sz="2200" dirty="0" smtClean="0">
                <a:solidFill>
                  <a:schemeClr val="bg1"/>
                </a:solidFill>
                <a:latin typeface="Times New Roman" pitchFamily="18" charset="0"/>
                <a:cs typeface="Times New Roman" pitchFamily="18" charset="0"/>
              </a:rPr>
              <a:t>	Another approach for car </a:t>
            </a:r>
            <a:r>
              <a:rPr lang="en-US" sz="2200" dirty="0">
                <a:solidFill>
                  <a:schemeClr val="bg1"/>
                </a:solidFill>
                <a:latin typeface="Times New Roman" pitchFamily="18" charset="0"/>
                <a:cs typeface="Times New Roman" pitchFamily="18" charset="0"/>
              </a:rPr>
              <a:t>segmentation is an algorithm using </a:t>
            </a:r>
            <a:r>
              <a:rPr lang="en-US" sz="2200" dirty="0" err="1">
                <a:solidFill>
                  <a:schemeClr val="bg1"/>
                </a:solidFill>
                <a:latin typeface="Times New Roman" pitchFamily="18" charset="0"/>
                <a:cs typeface="Times New Roman" pitchFamily="18" charset="0"/>
              </a:rPr>
              <a:t>Camshift</a:t>
            </a:r>
            <a:r>
              <a:rPr lang="en-US" sz="2200" dirty="0">
                <a:solidFill>
                  <a:schemeClr val="bg1"/>
                </a:solidFill>
                <a:latin typeface="Times New Roman" pitchFamily="18" charset="0"/>
                <a:cs typeface="Times New Roman" pitchFamily="18" charset="0"/>
              </a:rPr>
              <a:t>. This algorithm can be further modified and improved to customize it to </a:t>
            </a:r>
            <a:r>
              <a:rPr lang="en-US" sz="2200" dirty="0" smtClean="0">
                <a:solidFill>
                  <a:schemeClr val="bg1"/>
                </a:solidFill>
                <a:latin typeface="Times New Roman" pitchFamily="18" charset="0"/>
                <a:cs typeface="Times New Roman" pitchFamily="18" charset="0"/>
              </a:rPr>
              <a:t>segment </a:t>
            </a:r>
            <a:r>
              <a:rPr lang="en-US" sz="2200" dirty="0">
                <a:solidFill>
                  <a:schemeClr val="bg1"/>
                </a:solidFill>
                <a:latin typeface="Times New Roman" pitchFamily="18" charset="0"/>
                <a:cs typeface="Times New Roman" pitchFamily="18" charset="0"/>
              </a:rPr>
              <a:t>cars in a dataset. A performance evaluation system developed in this research can be used for measuring the performance improvement of the tracker as it </a:t>
            </a:r>
            <a:r>
              <a:rPr lang="en-US" sz="2200" dirty="0" smtClean="0">
                <a:solidFill>
                  <a:schemeClr val="bg1"/>
                </a:solidFill>
                <a:latin typeface="Times New Roman" pitchFamily="18" charset="0"/>
                <a:cs typeface="Times New Roman" pitchFamily="18" charset="0"/>
              </a:rPr>
              <a:t>advances. </a:t>
            </a:r>
            <a:r>
              <a:rPr lang="en-US" sz="2200" dirty="0">
                <a:solidFill>
                  <a:schemeClr val="bg1"/>
                </a:solidFill>
                <a:latin typeface="Times New Roman" pitchFamily="18" charset="0"/>
                <a:cs typeface="Times New Roman" pitchFamily="18" charset="0"/>
              </a:rPr>
              <a:t>It can also be used for parameter tuning. </a:t>
            </a:r>
          </a:p>
          <a:p>
            <a:endParaRPr lang="en-US" sz="2200" dirty="0"/>
          </a:p>
        </p:txBody>
      </p:sp>
      <p:sp>
        <p:nvSpPr>
          <p:cNvPr id="8" name="Title 7"/>
          <p:cNvSpPr>
            <a:spLocks noGrp="1"/>
          </p:cNvSpPr>
          <p:nvPr>
            <p:ph type="title"/>
          </p:nvPr>
        </p:nvSpPr>
        <p:spPr>
          <a:xfrm>
            <a:off x="457200" y="0"/>
            <a:ext cx="8229600" cy="1143000"/>
          </a:xfrm>
        </p:spPr>
        <p:txBody>
          <a:bodyPr>
            <a:noAutofit/>
          </a:bodyPr>
          <a:lstStyle/>
          <a:p>
            <a:r>
              <a:rPr lang="en-US" sz="8800" dirty="0">
                <a:latin typeface="Times New Roman" pitchFamily="18" charset="0"/>
                <a:cs typeface="Times New Roman" pitchFamily="18" charset="0"/>
              </a:rPr>
              <a:t>Approach</a:t>
            </a:r>
            <a:endParaRPr lang="en-US" sz="8800" dirty="0"/>
          </a:p>
        </p:txBody>
      </p:sp>
    </p:spTree>
    <p:extLst>
      <p:ext uri="{BB962C8B-B14F-4D97-AF65-F5344CB8AC3E}">
        <p14:creationId xmlns:p14="http://schemas.microsoft.com/office/powerpoint/2010/main" val="787185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0" y="76200"/>
            <a:ext cx="9067800" cy="6629400"/>
            <a:chOff x="-76201" y="2155758"/>
            <a:chExt cx="2514600" cy="637152"/>
          </a:xfrm>
          <a:scene3d>
            <a:camera prst="orthographicFront"/>
            <a:lightRig rig="threePt" dir="t">
              <a:rot lat="0" lon="0" rev="7500000"/>
            </a:lightRig>
          </a:scene3d>
        </p:grpSpPr>
        <p:sp>
          <p:nvSpPr>
            <p:cNvPr id="8" name="Flowchart: Terminator 7"/>
            <p:cNvSpPr/>
            <p:nvPr/>
          </p:nvSpPr>
          <p:spPr>
            <a:xfrm>
              <a:off x="-46162" y="2155758"/>
              <a:ext cx="2484561" cy="637152"/>
            </a:xfrm>
            <a:prstGeom prst="flowChartTerminator">
              <a:avLst/>
            </a:prstGeom>
            <a:sp3d prstMaterial="plastic">
              <a:bevelT w="127000" h="25400" prst="relaxedInset"/>
            </a:sp3d>
          </p:spPr>
          <p:style>
            <a:lnRef idx="0">
              <a:schemeClr val="lt1">
                <a:hueOff val="0"/>
                <a:satOff val="0"/>
                <a:lumOff val="0"/>
                <a:alphaOff val="0"/>
              </a:schemeClr>
            </a:lnRef>
            <a:fillRef idx="3">
              <a:schemeClr val="accent3">
                <a:hueOff val="11250264"/>
                <a:satOff val="-16880"/>
                <a:lumOff val="-2745"/>
                <a:alphaOff val="0"/>
              </a:schemeClr>
            </a:fillRef>
            <a:effectRef idx="2">
              <a:schemeClr val="accent3">
                <a:hueOff val="11250264"/>
                <a:satOff val="-16880"/>
                <a:lumOff val="-2745"/>
                <a:alphaOff val="0"/>
              </a:schemeClr>
            </a:effectRef>
            <a:fontRef idx="minor">
              <a:schemeClr val="lt1"/>
            </a:fontRef>
          </p:style>
        </p:sp>
        <p:sp>
          <p:nvSpPr>
            <p:cNvPr id="9" name="Flowchart: Terminator 8"/>
            <p:cNvSpPr/>
            <p:nvPr/>
          </p:nvSpPr>
          <p:spPr>
            <a:xfrm>
              <a:off x="-76201" y="2220462"/>
              <a:ext cx="2367465" cy="45055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dirty="0">
                <a:latin typeface="Times New Roman" pitchFamily="18" charset="0"/>
                <a:cs typeface="Times New Roman" pitchFamily="18" charset="0"/>
              </a:endParaRPr>
            </a:p>
          </p:txBody>
        </p:sp>
      </p:grpSp>
      <p:sp>
        <p:nvSpPr>
          <p:cNvPr id="3" name="Content Placeholder 2"/>
          <p:cNvSpPr>
            <a:spLocks noGrp="1"/>
          </p:cNvSpPr>
          <p:nvPr>
            <p:ph idx="1"/>
          </p:nvPr>
        </p:nvSpPr>
        <p:spPr/>
        <p:txBody>
          <a:bodyPr>
            <a:normAutofit/>
          </a:bodyPr>
          <a:lstStyle/>
          <a:p>
            <a:pPr marL="0" indent="0" algn="just">
              <a:buNone/>
            </a:pPr>
            <a:r>
              <a:rPr lang="en-US" sz="2800" dirty="0" smtClean="0">
                <a:latin typeface="Times New Roman" pitchFamily="18" charset="0"/>
                <a:cs typeface="Times New Roman" pitchFamily="18" charset="0"/>
              </a:rPr>
              <a:t>	</a:t>
            </a:r>
            <a:r>
              <a:rPr lang="en-US" sz="2800" dirty="0" smtClean="0">
                <a:solidFill>
                  <a:schemeClr val="bg1"/>
                </a:solidFill>
                <a:latin typeface="Times New Roman" pitchFamily="18" charset="0"/>
                <a:cs typeface="Times New Roman" pitchFamily="18" charset="0"/>
              </a:rPr>
              <a:t>Create evaluations for the system that can be used for testing the segmentation performance using two approaches, the approach using gaps and approach using </a:t>
            </a:r>
            <a:r>
              <a:rPr lang="en-US" sz="2800" dirty="0" err="1" smtClean="0">
                <a:solidFill>
                  <a:schemeClr val="bg1"/>
                </a:solidFill>
                <a:latin typeface="Times New Roman" pitchFamily="18" charset="0"/>
                <a:cs typeface="Times New Roman" pitchFamily="18" charset="0"/>
              </a:rPr>
              <a:t>tracklets</a:t>
            </a:r>
            <a:r>
              <a:rPr lang="en-US" sz="2800" dirty="0" smtClean="0">
                <a:solidFill>
                  <a:schemeClr val="bg1"/>
                </a:solidFill>
                <a:latin typeface="Times New Roman" pitchFamily="18" charset="0"/>
                <a:cs typeface="Times New Roman" pitchFamily="18" charset="0"/>
              </a:rPr>
              <a:t>. Both of these frameworks are developed using information theoretic measures and non-information theoretic measures.</a:t>
            </a:r>
            <a:endParaRPr lang="en-US" sz="2800" dirty="0">
              <a:solidFill>
                <a:schemeClr val="bg1"/>
              </a:solidFill>
              <a:latin typeface="Times New Roman" pitchFamily="18" charset="0"/>
              <a:cs typeface="Times New Roman" pitchFamily="18" charset="0"/>
            </a:endParaRPr>
          </a:p>
        </p:txBody>
      </p:sp>
      <p:sp>
        <p:nvSpPr>
          <p:cNvPr id="2" name="Title 1"/>
          <p:cNvSpPr>
            <a:spLocks noGrp="1"/>
          </p:cNvSpPr>
          <p:nvPr>
            <p:ph type="title"/>
          </p:nvPr>
        </p:nvSpPr>
        <p:spPr/>
        <p:txBody>
          <a:bodyPr>
            <a:noAutofit/>
          </a:bodyPr>
          <a:lstStyle/>
          <a:p>
            <a:r>
              <a:rPr lang="en-US" sz="9600" dirty="0">
                <a:latin typeface="Times New Roman" pitchFamily="18" charset="0"/>
                <a:cs typeface="Times New Roman" pitchFamily="18" charset="0"/>
              </a:rPr>
              <a:t>Strategies</a:t>
            </a:r>
            <a:endParaRPr lang="en-US" sz="9600" dirty="0"/>
          </a:p>
        </p:txBody>
      </p:sp>
    </p:spTree>
    <p:extLst>
      <p:ext uri="{BB962C8B-B14F-4D97-AF65-F5344CB8AC3E}">
        <p14:creationId xmlns:p14="http://schemas.microsoft.com/office/powerpoint/2010/main" val="2732901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Flowchart: Terminator 3"/>
          <p:cNvSpPr/>
          <p:nvPr/>
        </p:nvSpPr>
        <p:spPr>
          <a:xfrm>
            <a:off x="76200" y="76200"/>
            <a:ext cx="8991600" cy="6705600"/>
          </a:xfrm>
          <a:prstGeom prst="flowChartTerminator">
            <a:avLst/>
          </a:pr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3750088"/>
              <a:satOff val="-5627"/>
              <a:lumOff val="-915"/>
              <a:alphaOff val="0"/>
            </a:schemeClr>
          </a:fillRef>
          <a:effectRef idx="2">
            <a:schemeClr val="accent3">
              <a:hueOff val="3750088"/>
              <a:satOff val="-5627"/>
              <a:lumOff val="-915"/>
              <a:alphaOff val="0"/>
            </a:schemeClr>
          </a:effectRef>
          <a:fontRef idx="minor">
            <a:schemeClr val="lt1"/>
          </a:fontRef>
        </p:style>
      </p:sp>
      <p:sp>
        <p:nvSpPr>
          <p:cNvPr id="5" name="Flowchart: Terminator 6"/>
          <p:cNvSpPr txBox="1">
            <a:spLocks/>
          </p:cNvSpPr>
          <p:nvPr/>
        </p:nvSpPr>
        <p:spPr>
          <a:xfrm>
            <a:off x="457200" y="274638"/>
            <a:ext cx="8229600" cy="1143000"/>
          </a:xfrm>
          <a:prstGeom prst="rect">
            <a:avLst/>
          </a:prstGeom>
          <a:scene3d>
            <a:camera prst="orthographicFront"/>
            <a:lightRig rig="threePt" dir="t">
              <a:rot lat="0" lon="0" rev="7500000"/>
            </a:lightRig>
          </a:scene3d>
          <a:sp3d/>
        </p:spPr>
        <p:style>
          <a:lnRef idx="0">
            <a:scrgbClr r="0" g="0" b="0"/>
          </a:lnRef>
          <a:fillRef idx="0">
            <a:scrgbClr r="0" g="0" b="0"/>
          </a:fillRef>
          <a:effectRef idx="0">
            <a:scrgbClr r="0" g="0" b="0"/>
          </a:effectRef>
          <a:fontRef idx="minor">
            <a:schemeClr val="lt1"/>
          </a:fontRef>
        </p:style>
        <p:txBody>
          <a:bodyPr spcFirstLastPara="0" vert="horz" wrap="square" lIns="40640" tIns="40640" rIns="40640" bIns="40640" numCol="1" spcCol="1270" rtlCol="0" anchor="ctr" anchorCtr="0">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8000" dirty="0" smtClean="0">
                <a:solidFill>
                  <a:schemeClr val="tx1"/>
                </a:solidFill>
                <a:latin typeface="Times New Roman" pitchFamily="18" charset="0"/>
                <a:cs typeface="Times New Roman" pitchFamily="18" charset="0"/>
              </a:rPr>
              <a:t>Implementation</a:t>
            </a:r>
            <a:endParaRPr lang="en-US" sz="800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marL="0" indent="0" algn="just">
              <a:buNone/>
            </a:pPr>
            <a:r>
              <a:rPr lang="en-US" sz="3300" dirty="0" smtClean="0">
                <a:latin typeface="Times New Roman" pitchFamily="18" charset="0"/>
                <a:cs typeface="Times New Roman" pitchFamily="18" charset="0"/>
              </a:rPr>
              <a:t>	</a:t>
            </a:r>
            <a:r>
              <a:rPr lang="en-US" sz="3300" dirty="0" smtClean="0">
                <a:solidFill>
                  <a:schemeClr val="bg1"/>
                </a:solidFill>
                <a:latin typeface="Times New Roman" pitchFamily="18" charset="0"/>
                <a:cs typeface="Times New Roman" pitchFamily="18" charset="0"/>
              </a:rPr>
              <a:t>Analyze </a:t>
            </a:r>
            <a:r>
              <a:rPr lang="en-US" sz="3300" dirty="0">
                <a:solidFill>
                  <a:schemeClr val="bg1"/>
                </a:solidFill>
                <a:latin typeface="Times New Roman" pitchFamily="18" charset="0"/>
                <a:cs typeface="Times New Roman" pitchFamily="18" charset="0"/>
              </a:rPr>
              <a:t>the performance of my algorithm to give further insight into the data characteristics to help in building a better tracker.  Explore the geo-registration property feature of the data, and learn how this feature can be used to build a computationally less intensive tracking system. </a:t>
            </a:r>
            <a:endParaRPr lang="en-US" sz="3300" dirty="0" smtClean="0">
              <a:solidFill>
                <a:schemeClr val="bg1"/>
              </a:solidFill>
              <a:latin typeface="Times New Roman" pitchFamily="18" charset="0"/>
              <a:cs typeface="Times New Roman" pitchFamily="18" charset="0"/>
            </a:endParaRPr>
          </a:p>
          <a:p>
            <a:pPr marL="0" indent="0" algn="just">
              <a:buNone/>
            </a:pPr>
            <a:endParaRPr lang="en-US" sz="3300" dirty="0" smtClean="0">
              <a:solidFill>
                <a:schemeClr val="bg1"/>
              </a:solidFill>
              <a:latin typeface="Times New Roman" pitchFamily="18" charset="0"/>
              <a:cs typeface="Times New Roman" pitchFamily="18" charset="0"/>
            </a:endParaRPr>
          </a:p>
          <a:p>
            <a:pPr marL="0" indent="0" algn="just">
              <a:buNone/>
            </a:pPr>
            <a:r>
              <a:rPr lang="en-US" sz="3300" dirty="0" smtClean="0">
                <a:solidFill>
                  <a:schemeClr val="bg1"/>
                </a:solidFill>
                <a:latin typeface="Times New Roman" pitchFamily="18" charset="0"/>
                <a:cs typeface="Times New Roman" pitchFamily="18" charset="0"/>
              </a:rPr>
              <a:t>	Explore </a:t>
            </a:r>
            <a:r>
              <a:rPr lang="en-US" sz="3300" dirty="0">
                <a:solidFill>
                  <a:schemeClr val="bg1"/>
                </a:solidFill>
                <a:latin typeface="Times New Roman" pitchFamily="18" charset="0"/>
                <a:cs typeface="Times New Roman" pitchFamily="18" charset="0"/>
              </a:rPr>
              <a:t>other techniques such as car detection using Bayesian networks. This technique </a:t>
            </a:r>
            <a:r>
              <a:rPr lang="en-US" sz="3300" dirty="0" smtClean="0">
                <a:solidFill>
                  <a:schemeClr val="bg1"/>
                </a:solidFill>
                <a:latin typeface="Times New Roman" pitchFamily="18" charset="0"/>
                <a:cs typeface="Times New Roman" pitchFamily="18" charset="0"/>
              </a:rPr>
              <a:t>can be </a:t>
            </a:r>
            <a:r>
              <a:rPr lang="en-US" sz="3300" dirty="0">
                <a:solidFill>
                  <a:schemeClr val="bg1"/>
                </a:solidFill>
                <a:latin typeface="Times New Roman" pitchFamily="18" charset="0"/>
                <a:cs typeface="Times New Roman" pitchFamily="18" charset="0"/>
              </a:rPr>
              <a:t>made computationally less intensive by using </a:t>
            </a:r>
            <a:r>
              <a:rPr lang="en-US" sz="3300" dirty="0" err="1">
                <a:solidFill>
                  <a:schemeClr val="bg1"/>
                </a:solidFill>
                <a:latin typeface="Times New Roman" pitchFamily="18" charset="0"/>
                <a:cs typeface="Times New Roman" pitchFamily="18" charset="0"/>
              </a:rPr>
              <a:t>apriori</a:t>
            </a:r>
            <a:r>
              <a:rPr lang="en-US" sz="3300" dirty="0">
                <a:solidFill>
                  <a:schemeClr val="bg1"/>
                </a:solidFill>
                <a:latin typeface="Times New Roman" pitchFamily="18" charset="0"/>
                <a:cs typeface="Times New Roman" pitchFamily="18" charset="0"/>
              </a:rPr>
              <a:t> information. </a:t>
            </a:r>
            <a:endParaRPr lang="en-US" sz="3300" dirty="0" smtClean="0">
              <a:solidFill>
                <a:schemeClr val="bg1"/>
              </a:solidFill>
              <a:latin typeface="Times New Roman" pitchFamily="18" charset="0"/>
              <a:cs typeface="Times New Roman" pitchFamily="18" charset="0"/>
            </a:endParaRPr>
          </a:p>
          <a:p>
            <a:pPr marL="0" indent="0" algn="just">
              <a:buNone/>
            </a:pPr>
            <a:r>
              <a:rPr lang="en-US" sz="3300" dirty="0" smtClean="0">
                <a:solidFill>
                  <a:schemeClr val="bg1"/>
                </a:solidFill>
                <a:latin typeface="Times New Roman" pitchFamily="18" charset="0"/>
                <a:cs typeface="Times New Roman" pitchFamily="18" charset="0"/>
              </a:rPr>
              <a:t>	</a:t>
            </a:r>
          </a:p>
          <a:p>
            <a:pPr marL="0" indent="0" algn="just">
              <a:buNone/>
            </a:pPr>
            <a:r>
              <a:rPr lang="en-US" sz="3300" dirty="0" smtClean="0">
                <a:solidFill>
                  <a:schemeClr val="bg1"/>
                </a:solidFill>
                <a:latin typeface="Times New Roman" pitchFamily="18" charset="0"/>
                <a:cs typeface="Times New Roman" pitchFamily="18" charset="0"/>
              </a:rPr>
              <a:t>	Present </a:t>
            </a:r>
            <a:r>
              <a:rPr lang="en-US" sz="3300" dirty="0">
                <a:solidFill>
                  <a:schemeClr val="bg1"/>
                </a:solidFill>
                <a:latin typeface="Times New Roman" pitchFamily="18" charset="0"/>
                <a:cs typeface="Times New Roman" pitchFamily="18" charset="0"/>
              </a:rPr>
              <a:t>a process to assess the performance of the </a:t>
            </a:r>
            <a:r>
              <a:rPr lang="en-US" sz="3300" dirty="0" smtClean="0">
                <a:solidFill>
                  <a:schemeClr val="bg1"/>
                </a:solidFill>
                <a:latin typeface="Times New Roman" pitchFamily="18" charset="0"/>
                <a:cs typeface="Times New Roman" pitchFamily="18" charset="0"/>
              </a:rPr>
              <a:t>car segmentation program. </a:t>
            </a:r>
            <a:r>
              <a:rPr lang="en-US" sz="3300" dirty="0">
                <a:solidFill>
                  <a:schemeClr val="bg1"/>
                </a:solidFill>
                <a:latin typeface="Times New Roman" pitchFamily="18" charset="0"/>
                <a:cs typeface="Times New Roman" pitchFamily="18" charset="0"/>
              </a:rPr>
              <a:t>This is a very crucial step to not only understand the current performance of the project, but also to give an idea of how much the project </a:t>
            </a:r>
            <a:r>
              <a:rPr lang="en-US" sz="3300" dirty="0" smtClean="0">
                <a:solidFill>
                  <a:schemeClr val="bg1"/>
                </a:solidFill>
                <a:latin typeface="Times New Roman" pitchFamily="18" charset="0"/>
                <a:cs typeface="Times New Roman" pitchFamily="18" charset="0"/>
              </a:rPr>
              <a:t>could improve as </a:t>
            </a:r>
            <a:r>
              <a:rPr lang="en-US" sz="3300" dirty="0">
                <a:solidFill>
                  <a:schemeClr val="bg1"/>
                </a:solidFill>
                <a:latin typeface="Times New Roman" pitchFamily="18" charset="0"/>
                <a:cs typeface="Times New Roman" pitchFamily="18" charset="0"/>
              </a:rPr>
              <a:t>it is modified. </a:t>
            </a:r>
          </a:p>
          <a:p>
            <a:endParaRPr lang="en-US" dirty="0">
              <a:solidFill>
                <a:schemeClr val="bg1"/>
              </a:solidFill>
            </a:endParaRPr>
          </a:p>
        </p:txBody>
      </p:sp>
    </p:spTree>
    <p:extLst>
      <p:ext uri="{BB962C8B-B14F-4D97-AF65-F5344CB8AC3E}">
        <p14:creationId xmlns:p14="http://schemas.microsoft.com/office/powerpoint/2010/main" val="4206072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1" y="1"/>
            <a:ext cx="9132257" cy="6857999"/>
            <a:chOff x="588063" y="440469"/>
            <a:chExt cx="6150177" cy="986319"/>
          </a:xfrm>
          <a:scene3d>
            <a:camera prst="orthographicFront"/>
            <a:lightRig rig="threePt" dir="t">
              <a:rot lat="0" lon="0" rev="7500000"/>
            </a:lightRig>
          </a:scene3d>
        </p:grpSpPr>
        <p:sp>
          <p:nvSpPr>
            <p:cNvPr id="8" name="Rounded Rectangle 7"/>
            <p:cNvSpPr/>
            <p:nvPr/>
          </p:nvSpPr>
          <p:spPr>
            <a:xfrm>
              <a:off x="588063" y="440469"/>
              <a:ext cx="6150177" cy="986319"/>
            </a:xfrm>
            <a:prstGeom prst="roundRect">
              <a:avLst/>
            </a:prstGeom>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9" name="Rounded Rectangle 4"/>
            <p:cNvSpPr/>
            <p:nvPr/>
          </p:nvSpPr>
          <p:spPr>
            <a:xfrm>
              <a:off x="639380" y="488617"/>
              <a:ext cx="6053881" cy="89002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2667000">
                <a:lnSpc>
                  <a:spcPct val="90000"/>
                </a:lnSpc>
                <a:spcBef>
                  <a:spcPct val="0"/>
                </a:spcBef>
                <a:spcAft>
                  <a:spcPct val="35000"/>
                </a:spcAft>
              </a:pPr>
              <a:endParaRPr lang="en-US" sz="6000" kern="1200" dirty="0">
                <a:latin typeface="Times New Roman" pitchFamily="18" charset="0"/>
                <a:cs typeface="Times New Roman" pitchFamily="18" charset="0"/>
              </a:endParaRPr>
            </a:p>
          </p:txBody>
        </p:sp>
      </p:grpSp>
      <p:sp>
        <p:nvSpPr>
          <p:cNvPr id="2" name="Title 1"/>
          <p:cNvSpPr>
            <a:spLocks noGrp="1"/>
          </p:cNvSpPr>
          <p:nvPr>
            <p:ph type="title"/>
          </p:nvPr>
        </p:nvSpPr>
        <p:spPr/>
        <p:txBody>
          <a:bodyPr>
            <a:noAutofit/>
          </a:bodyPr>
          <a:lstStyle/>
          <a:p>
            <a:r>
              <a:rPr lang="en-US" sz="9600" dirty="0">
                <a:solidFill>
                  <a:schemeClr val="tx1">
                    <a:lumMod val="95000"/>
                    <a:lumOff val="5000"/>
                  </a:schemeClr>
                </a:solidFill>
                <a:latin typeface="Times New Roman" pitchFamily="18" charset="0"/>
                <a:cs typeface="Times New Roman" pitchFamily="18" charset="0"/>
              </a:rPr>
              <a:t>Goal</a:t>
            </a:r>
            <a:endParaRPr lang="en-US" sz="9600" dirty="0">
              <a:solidFill>
                <a:schemeClr val="tx1">
                  <a:lumMod val="95000"/>
                  <a:lumOff val="5000"/>
                </a:schemeClr>
              </a:solidFill>
            </a:endParaRPr>
          </a:p>
        </p:txBody>
      </p:sp>
      <p:sp>
        <p:nvSpPr>
          <p:cNvPr id="3" name="Content Placeholder 2"/>
          <p:cNvSpPr>
            <a:spLocks noGrp="1"/>
          </p:cNvSpPr>
          <p:nvPr>
            <p:ph idx="1"/>
          </p:nvPr>
        </p:nvSpPr>
        <p:spPr>
          <a:xfrm>
            <a:off x="456034" y="1828800"/>
            <a:ext cx="8229600" cy="4525963"/>
          </a:xfrm>
        </p:spPr>
        <p:txBody>
          <a:bodyPr>
            <a:normAutofit lnSpcReduction="10000"/>
          </a:bodyPr>
          <a:lstStyle/>
          <a:p>
            <a:pPr marL="0" indent="0" algn="just">
              <a:buNone/>
            </a:pPr>
            <a:r>
              <a:rPr lang="en-US" sz="2800" dirty="0" smtClean="0">
                <a:solidFill>
                  <a:schemeClr val="bg1"/>
                </a:solidFill>
                <a:latin typeface="Times New Roman" pitchFamily="18" charset="0"/>
                <a:cs typeface="Times New Roman" pitchFamily="18" charset="0"/>
              </a:rPr>
              <a:t>	The </a:t>
            </a:r>
            <a:r>
              <a:rPr lang="en-US" sz="2800" dirty="0">
                <a:solidFill>
                  <a:schemeClr val="bg1"/>
                </a:solidFill>
                <a:latin typeface="Times New Roman" pitchFamily="18" charset="0"/>
                <a:cs typeface="Times New Roman" pitchFamily="18" charset="0"/>
              </a:rPr>
              <a:t>aim of this project is to analyze the difficulties encountered in handling this data and identify the potential hurdles. </a:t>
            </a:r>
          </a:p>
          <a:p>
            <a:pPr marL="0" indent="0" algn="just">
              <a:buNone/>
            </a:pPr>
            <a:r>
              <a:rPr lang="en-US" sz="2800" dirty="0" smtClean="0">
                <a:solidFill>
                  <a:schemeClr val="bg1"/>
                </a:solidFill>
                <a:latin typeface="Times New Roman" pitchFamily="18" charset="0"/>
                <a:cs typeface="Times New Roman" pitchFamily="18" charset="0"/>
              </a:rPr>
              <a:t>	</a:t>
            </a:r>
          </a:p>
          <a:p>
            <a:pPr marL="0" indent="0" algn="just">
              <a:buNone/>
            </a:pPr>
            <a:r>
              <a:rPr lang="en-US" sz="2800" dirty="0">
                <a:solidFill>
                  <a:schemeClr val="bg1"/>
                </a:solidFill>
                <a:latin typeface="Times New Roman" pitchFamily="18" charset="0"/>
                <a:cs typeface="Times New Roman" pitchFamily="18" charset="0"/>
              </a:rPr>
              <a:t>	</a:t>
            </a:r>
            <a:r>
              <a:rPr lang="en-US" sz="2800" dirty="0" smtClean="0">
                <a:solidFill>
                  <a:schemeClr val="bg1"/>
                </a:solidFill>
                <a:latin typeface="Times New Roman" pitchFamily="18" charset="0"/>
                <a:cs typeface="Times New Roman" pitchFamily="18" charset="0"/>
              </a:rPr>
              <a:t>First</a:t>
            </a:r>
            <a:r>
              <a:rPr lang="en-US" sz="2800" dirty="0">
                <a:solidFill>
                  <a:schemeClr val="bg1"/>
                </a:solidFill>
                <a:latin typeface="Times New Roman" pitchFamily="18" charset="0"/>
                <a:cs typeface="Times New Roman" pitchFamily="18" charset="0"/>
              </a:rPr>
              <a:t>, explanation of the imaging system used in capturing the data to get an idea about the uniqueness of the data. Discuss the challenges imposed by the dataset, and apply some popular computer vision algorithms like Mixture of Gaussians, Canny edge detection, and </a:t>
            </a:r>
            <a:r>
              <a:rPr lang="en-US" sz="2800" dirty="0" smtClean="0">
                <a:solidFill>
                  <a:schemeClr val="bg1"/>
                </a:solidFill>
                <a:latin typeface="Times New Roman" pitchFamily="18" charset="0"/>
                <a:cs typeface="Times New Roman" pitchFamily="18" charset="0"/>
              </a:rPr>
              <a:t>others to build a car segmentation system. </a:t>
            </a:r>
            <a:endParaRPr lang="en-US" sz="2800" dirty="0">
              <a:solidFill>
                <a:schemeClr val="bg1"/>
              </a:solidFill>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903900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136810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349429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TotalTime>
  <Words>89</Words>
  <Application>Microsoft Office PowerPoint</Application>
  <PresentationFormat>On-screen Show (4:3)</PresentationFormat>
  <Paragraphs>37</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Objective</vt:lpstr>
      <vt:lpstr>Advantages</vt:lpstr>
      <vt:lpstr>Disadvantages</vt:lpstr>
      <vt:lpstr>Approach</vt:lpstr>
      <vt:lpstr>Strategies</vt:lpstr>
      <vt:lpstr>PowerPoint Presentation</vt:lpstr>
      <vt:lpstr>Goal</vt:lpstr>
      <vt:lpstr>PowerPoint Presentation</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Puchito</dc:creator>
  <cp:lastModifiedBy>Puchito</cp:lastModifiedBy>
  <cp:revision>16</cp:revision>
  <dcterms:created xsi:type="dcterms:W3CDTF">2012-10-07T23:28:36Z</dcterms:created>
  <dcterms:modified xsi:type="dcterms:W3CDTF">2012-10-08T05:19:55Z</dcterms:modified>
</cp:coreProperties>
</file>